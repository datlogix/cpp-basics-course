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26 — Smart Pointers &amp; Ownership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OOP with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Pointers &amp; Ownership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3: Object-Oriented Programming with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ownership, and why raw owning pointers make it invisible.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use std::unique_ptr with std::make_unique, including moving, reset and get.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function signatures that transfer ownership versus borrow an object.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polymorphic objects in std::vector&lt;std::unique_ptr&lt;Base&gt;&gt;.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std::shared_ptr with std::make_shared, and explain its reference count.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shared_ptr reference cycles with std::weak_ptr and lock().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pointer (or no pointer) for a given ownership situation.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deletes this? With smart pointers, the type itself answers.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 for deleting a heap object. Every heap object should have a clear owner.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std::unique_ptr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move-only smart pointer that is the sole owner of an object and deletes it automatically.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std::make_unique / std::make_shared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 that create an object and wrap it in a smart pointer in one step, so you never write new.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an object through a reference or raw pointer without owning it; the owner must outlive the borrow.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std::shared_ptr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smart pointer that shares ownership with other shared_ptrs through a reference count; the object is deleted when the count reaches zero.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cycle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Objects that keep each other alive through shared_ptrs, so their counts never reach zero and they leak.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std::weak_ptr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non-owning observer of a shared_ptr-managed object; lock() gives a shared_ptr if the object still exists.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std::unique_ptr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owner; deletes automatically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 std::make_unique&lt;T&gt;(args)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Move-only: std::move to transfer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size and speed as a raw pointer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vs borrow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unique_ptr: 'it's yours now'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unique_ptr by value: 'give it to me'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T&amp; / const T&amp;: 'let me use it'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pointers and references never own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shared_ptr and weak_ptr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shared_ptr: shared ownership, reference counted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when the last owner lets go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leak - make one side weak_ptr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weak_ptr::lock(): use it if it still exists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std::unique_ptr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 collection: vector&lt;unique_ptr&lt;Base&gt;&gt;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owner: shared_ptr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all: no pointer - a plain member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Module 12's circuit, with no delete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std::vector&lt;std::unique_ptr&lt;Component&gt;&gt; circuit;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circuit.push_back(std::make_unique&lt;Resistor&gt;(220.0));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circuit.push_back(std::make_unique&lt;Capacitor&gt;(0.000001));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circuit.push_back(std::make_unique&lt;Inductor&gt;(0.05));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auto&amp; c : circuit)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c-&gt;describe();        // virtual dispatch, exactly as before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delete loop: each unique_ptr deletes its object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when the vector is destroyed.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"Smart pointers mean I never need raw pointers."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pointers and references are still right for borrowing. What disappears is raw OWNING pointers - new and delete.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"Use shared_ptr everywhere to be safe."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hides ownership, costs more, and allows cycles that leak. Default to unique_ptr and use shared_ptr only when there is genuinely no single owner.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"Pass const std::unique_ptr&lt;T&gt;&amp; to functions that use the object."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ties the function to one ownership strategy for no benefit. Pass T&amp; or const T&amp; (or T* if the object may be absent).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"shared_ptr can never leak."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objects holding shared_ptrs to each other form a cycle whose counts never reach zero. One direction must be a weak_ptr.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26-smart-pointers/exercises/exercise1.cpp - convert a Shelter that owns raw Animal pointers to std::vector&lt;std::unique_ptr&lt;Animal&gt;&gt;, with admit() taking ownership, find() borrowing, and rehome() transferring ownership out; delete the destructor and explain the Rule of Zero. Project (three tracks): Generic - school staff (unique_ptr), students on the roll (shared_ptr) and club registers (weak_ptr); EE - appliances in rooms (unique_ptr), rooms in a house (shared_ptr) and a smart plug observing a room (weak_ptr); Biomedical - devices in wards (unique_ptr), admitted patients (shared_ptr) and devices observing patients (weak_ptr).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now say precisely who owns what. Next module asks a design question: when one object 'has' another, is it composition, aggregation or association - and how does each look in C++?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26: Smart Pointers &amp; Ownership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