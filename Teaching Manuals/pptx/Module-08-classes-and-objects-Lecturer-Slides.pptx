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Classes and Objects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Objects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1: Foundations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class as data (member variables) plus behavior (methods) bundled together.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 class (blueprint) from an object/instance (an actual variable of that type).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private and public access specifiers, and explain the purpose of encapsulation.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getter and setter methods.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use constructors, including recognizing when a default constructor must be added explicitly.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this-&gt; correctly when a parameter name shadows a member variable.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data and the code that uses it into one type: the start of OOP.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blueprint bundling data (member variables) and behavior (methods) into one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/ instance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actual variable created from a class blueprint.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Hiding a class's internal data and exposing only controlled access through its methods.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specifier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or private — controls whether code outside the class can access a member.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Getter / setter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public method that reads (getter) or writes (setter), usually with validation, a private member.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special method, named after the class, that runs automatically when an object is created.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a method, a reference to the specific object the method was called 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struct to class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bundles data AND behaviour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variables: what an object knows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what an object can do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blueprint;  object = a real instance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and private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only the class's own methods can touch 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the outside world may use 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data; offer methods that enforce rules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withdraw() refuses to go below zero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automatically when an object is created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 as the class, no return type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 account("Kofi", 200.0);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one? The empty default one disappears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this, and class vs struct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this-&gt; means 'my own member'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when a parameter has the same name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struct: simple public data, no rules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private data, methods, constructors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 class with a constructor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ownerName;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balance;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BankAccount(std::string name, double startingBalance)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ownerName = name;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balance = startingBalance;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deposit(double amount)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(amount &gt; 0) balance += amount;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getBalance() { return balance;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BankAccount account("Kofi", 200.0);  account.deposit(50.0);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"Making everything private and adding a getter/setter for every field is 'doing OOP correctly.'"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Encapsulation's value is in the RULES a method can enforce (e.g. rejecting a negative deposit), not in hiding data for its own sake — a getter/setter pair with no validation logic provides little benefit over just making the field public.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class needs a constructor to compile."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write NO constructor at all, C++ generates a default one automatically — the gotcha only appears once you define ANY constructor yourself, which removes the automatic one.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"this is a variable I need to declare."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already exists inside every non-static method automatically — it's never declared, only used.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08-classes-and-objects/exercises/exercise1.cpp — a Rectangle class with constructor, area(), perimeter(), scale(). Project: a full Bank Account Simulator with transaction history and a menu-driven main using switch (08-classes-and-objects/project/README.md).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every tool needed for the capstone — types, control flow, data structures, functions, and classes. The final module is entirely about combining them into one real, staged project, committed to GitHub the way a professional project actually grows.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Classes and Objects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