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21 — Class Design in Depth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OOP with C++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 in Depth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3: Object-Oriented Programming with C++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 every member in a member initializer list, and explain why const and reference members require it.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default member initializers so no member is ever left uninitialised.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duplicated validation with a delegating constructor, and mark single-argument constructors explicit.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const correctness to member functions and parameters.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class invariant and design public methods that preserve it, instead of blind setters.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static data members and static member functions, and define methods outside the class with ClassName::.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that merely compiles vs a class that's hard to misuse - this module is the difference.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initializer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list after a constructor's colon that constructs members directly with their starting values, before the constructor body runs.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member initializer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starting value written where a member is declared, used by every constructor that doesn't override it.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Delegating constructor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constructor whose initializer list calls another constructor of the same class, so shared work is written once.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keyword on a single-argument constructor (or conversion operator) that forbids silent, automatic conversions.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 member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method marked const after its parameter list, promising not to modify the object; callable on const objects and through const references.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invariant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rule that is true for every object of a class at all times between method calls, established by the constructor and preserved by every method.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data member or function that belongs to the class itself, shared by all objects rather than copied into each.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Initialise, don't assign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built BEFORE the constructor body runs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Initializer list: construct with the right value, once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const members, references, base classes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initialise in declaration order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Constructors that help callers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member initializers - nothing left uninitialised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 constructors - validation written once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- no silent conversions from one argument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explicit unless there's a reason not to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correctness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method: promises not to change the object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const methods work through a const&amp;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read-only method should be const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objects you only read as const T&amp;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Invariants, not setters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a rule true for every object, always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establishes it; methods preserve it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setter for everything protects nothing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Tell, don't ask: offer operations, not raw data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an invariant protected by operations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SafeAccount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balance = 0;          // INVARIANT: never negative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getBalance() const { return balance;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withdraw(double amount)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(amount &lt;= 0 || amount &gt; balance)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false;        // refusing keeps the invariant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-= amount;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"An initializer list is just a shorter way to assign."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are constructed before the body runs. The list constructs them with the right value once; assignment in the body constructs then overwrites - and is impossible for const and reference members.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"Making data private and adding getters and setters is encapsulation."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setter that accepts any value makes the data public in practice. Encapsulation means offering operations that keep the invariant true.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"const on a method is optional decoration."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it, the method can't be called through a const reference - so every function that takes a const&amp; of your class breaks.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static member is a global variable."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shared like a global, but scoped to the class and subject to access control; it should model something that genuinely belongs to the class, such as an ID counter.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21-class-design/exercises/exercise1.cpp - a ClockTime class with an invariant, a delegating explicit constructor, const getters, wrap-around addMinutes(), a static counter, and out-of-class definitions. Project (three tracks): each track redesigns its core Module 20 class (Generic - Student and Club; EE - Appliance with a static tariff; Biomedical - Patient with generated folder numbers), annotating every Module 21 technique.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classes now declare their methods in the class body and define them outside it. Next module puts those two halves in different files - headers and source files - and introduces namespaces and CMake.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21: Class Design in Depth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