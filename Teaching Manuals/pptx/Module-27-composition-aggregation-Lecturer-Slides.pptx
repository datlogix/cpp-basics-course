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27 — Composition, Aggregation &amp; Association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OOP with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Composition, Aggregation &amp; Association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3: Object-Oriented Programming with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is-a from has-a, and reject inheritance where is-a sounds wrong.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composition, aggregation, association and dependency, and choose between them by asking about lifetime.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each relationship with the matching C++ technique (value member, unique_ptr, raw pointer/reference, weak_ptr, parameter).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two-way association consistent by changing it through a single method.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relationships in text UML with the correct symbols and multiplicities.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and apply 'prefer composition over inheritance', using delegation.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relationships aren't 'is-a'. Say what you mean: has, groups, knows, or uses.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strong has-a: the whole owns its parts, which are created and destroyed with it and belong to one whole only.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weak has-a: the whole groups parts that exist independently and may belong to several wholes.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longer-term 'knows-about' relationship between peers, one-way or two-way.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Temporary use of another class, typically as a parameter or local variable, with nothing stored afterwards.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objects take part at each end of a relationship: 1, 0..1, *, 1..*.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Delegation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whole forwarding a request to one of its parts, choosing exactly which of the part's abilities to expose.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vs aggregation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 part lives and dies with the whole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member, or unique_ptr for polymorphic parts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Aggregation: parts exist independently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Non-owning pointer, reference, or weak_ptr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and dependency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Association: peers that know each other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Two-way? Change both sides in ONE method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Dependency: used briefly, as a parameter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 parameter to a stored member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relationships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&lt;*&gt;---  composition (filled diamond)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&lt;&gt;---   aggregation (hollow diamond)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-----   association;  - - -&gt;  dependency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----|&gt;  inheritance;  add 1, 0..1, *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over inheritance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Inheriting exposes the whole interface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combinations explode into subclasses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parts; delegate requests to them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 only for genuine is-a + polymorphism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composition with delegation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Robot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Battery battery;                      // composition (value)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Motor leftMotor, rightMotor;          // composition (value)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std::unique_ptr&lt;Camera&gt; camera;       // optional part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drive(int seconds)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leftMotor.run(seconds);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rightMotor.run(seconds);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battery.drain(seconds * 0.5);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batteryLevel() const { return battery.level(); }  // delegation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"Inheritance is the main way to reuse code."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 plus delegation reuses code while exposing only what you choose. Inheritance is for genuine is-a relationships that need polymorphism.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"Holding a raw pointer to a part is composition."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 whole owns the part, ownership should be visible and automatic: a value member or a unique_ptr. A raw pointer signals a borrow.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"Aggregation and association are the same in C++, so the distinction doesn't matter."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code may look similar, but the meaning - whole/part vs peers - guides design decisions such as who may change the link and what multiplicities make sense.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"Inheriting from std::vector is a quick way to make a custom list."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exposes every vector operation and makes the class's rules impossible to enforce. Hold a vector as a member instead.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27-composition-aggregation/exercises/exercise1.cpp - model ICT-lab computers: Processor and Memory by value, polymorphic Storage in a unique_ptr, shared Peripherals by non-owning pointer, a TechnicianReport dependency, and a UML diagram. Project (three tracks): Generic - school structure; EE - smart-home wiring; Biomedical - hospital structure. Each writes DESIGN.md with UML and a relationship table, splits the model into one file per class, keeps a two-way association consistent, and fixes a class that wrongly inherits from a standard container.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inheritance IS the right tool, it has more to offer than Module 11 showed. Next module: inheritance modes, inheriting constructors, name hiding, final, and multiple inheritance with the diamond problem.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27: Composition, Aggregation &amp; Association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