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32 — Templates Meet OOP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Meet 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class template members outside the class, and explain why template code belongs in headers.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member function templates, in ordinary classes and in class templates.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non-type template parameters, and explain why the values must be compile-time constants.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full specialisations of function and class templates, and judge when they help.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templates with inheritance, including using this-&gt; with a dependent base.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static and dynamic polymorphism and choose between them; recognise CRTP.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use C++20 concepts to constrain templates.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code and object-oriented design, working together - with errors you can read.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recipe for classes, such as Statistics&lt;T&gt;; each type used generates a separate real class.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function 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method that is itself a template, such as template &lt;typename F&gt; void forEach(F f).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Non-type template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compile-time value used as a template argument, such as the N in RingBuffer&lt;double, 8&gt;.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definition of a template used instead of the general one for one particular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polymorphism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behaviour chosen at compile time through templates, needing no common base class.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Curiously Recurring Template Pattern: class X : public Base&lt;X&gt;, giving shared base-class code with compile-time dispatch.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(C++20)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compile-time test on a type that constrains which types a template accepts.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templates in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&lt;typename T&gt; before every outside definition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Statistics&lt;T&gt;:: - not Statistics::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template code lives in the header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templates: template methods inside classes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and specialisations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&lt;typename T, int N&gt; - N fixed at compile time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 -&gt; a different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&lt;&gt; class X&lt;bool&gt; - a separate class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 sparingly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polymorphism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compile time, no base class needed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virtual: runtime, mixed collections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this-&gt; for members of a dependent base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CRTP: class X : public Base&lt;X&gt;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a template needs from 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{ t.area() } -&gt; convertible_to&lt;double&gt;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&lt;HasArea S&gt; ...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errors where the misuse happens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concept-constrained template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HasArea = requires(const T&amp; shape)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shape.area() } -&gt; std::convertible_to&lt;double&gt;;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&lt;HasArea S&gt;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totalArea(const std::vector&lt;S&gt;&amp; shapes)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total =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(const S&amp; s : shapes) total += s.area();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totalArea(labels);  ERROR: the required expression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'shape.area()' is invalid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"Template member definitions go in the .cpp file like any other class."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compiler must see the full definition wherever the template is used, so definitions stay in the header.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"RingBuffer&lt;double, 8&gt; and RingBuffer&lt;double, 16&gt; are the same type."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distinct template argument - including values - produces a different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"Templates replace virtual functions."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 resolve at compile time and can't hold a runtime-mixed collection; virtual functions can. Large programs use both.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"Concepts make templates slower or change what they do."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only constrain which types are accepted and improve error messages; the generated code is the same.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32-templates-meet-oop/exercises/exercise1.cpp - a HasId concept and a Repository&lt;T, MaxItems&gt; class template with out-of-class members, duplicate and capacity errors, and a member function template countIf(), used with Student and Book. Project (three tracks): a header-only toolkit with a concept-constrained Statistics&lt;T&gt;, a specialisation for bool, a RollingWindow&lt;T, N&gt; with forEach, a class template derived from an abstract Column/Channel, and a concept describing the track's own classes.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essentially every OO feature C++ offers. Next module stops asking 'how do I write this?' and asks 'how should I organise this?' - the SOLID principles.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32: Templates Meet OOP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