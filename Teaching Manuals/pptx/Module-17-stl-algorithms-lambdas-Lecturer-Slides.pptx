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STL Algorithms &amp; Lambdas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Intermediate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Algorithms &amp; Lambdas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2: Intermediate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std::sort, std::max_element/min_element, and std::find on any container.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lambda expression, including its capture list, parameters, and body.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std::count_if with a lambda predicate to count matches.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std::transform with a lambda to build a new sequence from an old one.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variable from the surrounding scope by value or by reference, and explain the difference.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hand-written 'find the max' a dozen times. Stop.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(STL sense)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ready-made, tested function from &lt;algorithm&gt; operating over a [begin, end) iterator range - sort, find, count_if, transform, and others.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small, unnamed function defined inline, exactly where it's needed.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list ([ ])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part of a lambda specifying which surrounding variables it can use, and whether by value or by reference.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function (often a lambda) returning true/false, used by an algorithm to decide whether each element qualifies.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algorithms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std::sort(v.begin(), v.end());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std::max_element / std::min_element -&gt; an ITERATOR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std::find -&gt; .end() means "not found"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algorithm shares the same [begin, end) pattern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= a function, written on the spot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isPassing = [](int score) { return score &gt;= 50; };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capture, () parameters, {} body — same shape as any function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count_if — a predicate in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std::count_if(v.begin(), v.end(), lambda)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 hand-written loop + if + counter, in one line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+ capture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NEW sequence by applying a lambda to every element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[threshold] captures a variable from outside the lambda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naming exactly what you capture over [=] / [&amp;]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transform + count_if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std::transform(raw.begin(), raw.end(), volts.begin(),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[](int r) { return r / 1023.0 * 5.0; });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threshold = 4.5;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overCount = std::count_if(volts.begin(), volts.end(),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[threshold](double v) { return v &gt; threshold; });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"max_element/min_element return the actual maximum/minimum VALUE."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return an ITERATOR pointing at that element - dereference with * to get the value, exactly like any other iterator.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"std::transform grows the destination container as needed, like push_back would."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writes into EXISTING elements of the destination - the destination must already be sized correctly beforehand.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"[=] or [&amp;] is always the simplest, safest choice for a lambda's capture list."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 exactly what's captured (e.g. [threshold]) is clearer about intent and safer against accidentally depending on more than intended - prefer it by default.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17-stl-algorithms-lambdas/exercises/exercise1.cpp - sort/max/min/count_if/transform applied to a temperature series. Project (three tracks): Generic - Exam Score Analyzer; EE - Waveform Analyzer (ADC-to-voltage conversion, peak detection, over-voltage counting); Biomedical - Vital Sign Analyzer (abnormal-reading counting, a risk-score transform).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average()/Statistics-style functions have been rewritten once per type so far. Next module shows you how to write that logic exactly once, for ANY type - templates, the same idea behind vector&lt;T&gt; and map&lt;K,V&gt; themselves.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17: STL Algorithms &amp; Lambdas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