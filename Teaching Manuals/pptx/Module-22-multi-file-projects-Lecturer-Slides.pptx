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22 — Multi-File Projects &amp; Namespaces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Projects &amp; Namespaces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class into a header (.h) and a source file (.cpp), deciding correctly what goes in each.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headers with #pragma once and recognise classic include guards.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compiling vs linking, and build a program from several .cpp files with g++.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and fix 'undefined reference' and 'multiple definition' linker errors.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forward declarations to reduce includes and break circular dependencies.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use namespaces, and explain why using namespace must never appear in a header.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project with a CMakeLists.txt.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C++ projects are many files built with a build tool. From now on, so are yours.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file (.h)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file containing declarations - class definitions and function prototypes - that other files #include.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file (.cpp)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file containing definitions (function and method bodies), compiled on its own into an object file.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guard / #pragma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mechanism that makes a header's contents be processed only once per .cpp file, however many times it is included.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Compiling vs linking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Compiling turns each .cpp into an object file; linking combines object files into one program, connecting each use of a function to its definition.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declaration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statement such as class Course; that tells the compiler a class exists, enough for pointers and references to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named scope that groups related names so they don't collide with names elsewhere, e.g. makersplace::energy::Appliance.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build tool: a CMakeLists.txt describes the project once, and CMake generates and runs the build commands.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and source files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(.h): declarations - WHAT a class offers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(.cpp): definitions - HOW it does 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for your files, &lt;angle brackets&gt; for the library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.cpp includes its own header first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Compiling, then linking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.cpp compiles alone into an object file (.o)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linker joins object files and fills in calls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reference -&gt; a definition is missing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definition -&gt; a body is in a shared header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Guards, forward declarations, namespaces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#pragma once: process a header once per .cpp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Course; - enough for pointers and references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makersplace::energy { ... }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'using namespace' in a header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CMake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CMakeLists.txt: describe the project once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-S . -B build   (configure)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--build build     (compile what changed)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the build/ folder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 minimal CMakeLists.txt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cmake_minimum_required(VERSION 3.16)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project(EnergyReport LANGUAGES CXX)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set(CMAKE_CXX_STANDARD 17)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set(CMAKE_CXX_STANDARD_REQUIRED ON)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add_executable(energy_report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src/main.cpp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src/appliance.cpp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target_include_directories(energy_report PRIVATE include)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target_compile_options(energy_report PRIVATE -Wall -Wextra)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"You list the .h files on the g++ command line too."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Headers are pasted in by #include; only .cpp files are compiled. Listing headers does nothing useful and can create confusing files.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"Undefined reference means I forgot to #include something."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missing #include gives a compile error. 'Undefined reference' comes from the linker: the definition wasn't compiled in, was misspelled, or doesn't match the declaration.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"using namespace std; in a header saves typing for everyone."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forces hundreds of names into every file that includes the header, causing silent clashes. Use it only locally in .cpp files, or write std::.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"Forward declarations are a hack."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are standard practice: they reduce build times and are the normal way to break circular includes.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22-multi-file-projects/exercises/exercise1.cpp - split a working single-file Gradebook into gradebook.h, gradebook.cpp and main.cpp inside a namespace, verify identical output, then add a CMakeLists.txt. Project (three tracks): each starter is a CMake project with one class already split as a model; students split their second class (Generic - Club; EE - Room plus a shared constants header; Biomedical - Doctor using a forward declaration of Patient) and build with both CMake and g++.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projects are now properly organised. Next module looks at the other end of every object's life: when objects are destroyed, what destructors do, and RAII - the idea behind every resource-safe class in C++.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22: Multi-File Projects &amp; Namespaces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