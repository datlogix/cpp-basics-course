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 — Templates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problem a template solves, using Module 7's overloaded add() as the motivating example.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template with a single type parameter.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class template, understanding it as the same mechanism vector&lt;T&gt; itself uses.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that a template's operations must be supported by whatever type it's used with.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template-related compiler error by focusing on the call site and the specific unsupported operation.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add() and double add() were always the same function — templates admit it.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code parameterized by a type, letting the compiler generate a real version for whatever type it's actually used with.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&lt;typename T&gt;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declaration that a function or class is generic over some type, conventionally named 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function definition the compiler specializes per call-site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class definition the compiler specializes per type used to instantiate it - exactly how std::vector&lt;T&gt; is built.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overloading doesn't scale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add(int,int) / double add(double,double)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logic, retyped per type, forever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templates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&lt;typename T&gt;  T maxOf(T a, T b) { ... }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generates a real version per call-site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must support whatever the body uses (here: &gt;)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templates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&lt;typename T&gt; class Pair { T first, second; ... };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literally how std::vector&lt;T&gt; is built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Pair&lt;int&gt; and Pair&lt;double&gt; are two real, separate classes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template error calmly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specific TYPE and OPERATION named in the error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'read errors calmly' skill from Module 1, more verbose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one maxOf, three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maxOf(T a, T b)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 &gt; b) ? a : b;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maxOf(3, 7);                       // T = int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maxOf(3.5, 2.1);                   // T = double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maxOf(std::string("a"), std::string("b")); // T = string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"template &lt;typename T&gt; only needs to be written once, above the first function that uses 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must appear immediately above EVERY function or class definition that uses T - it doesn't carry over between separate declarations.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template works for any type automatically, regardless of what the type can do."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type must support whatever operations the template body actually uses - maxOf needs a working &gt;, computeSum needs a working +=, and so 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 (the template parameter) and a function's regular parameters are the same kind of 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decides the TYPE, chosen when the template is used; regular parameters hold VALUES of that already-decided type - they're independent, related only in that the parameters' types are usually 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18-templates/exercises/exercise1.cpp - minOf, a templated swapValues, and a Box&lt;T&gt; class template. Project (three tracks, but all built around the SAME Statistics&lt;T&gt; class): Generic - Grade Statistics; EE - Signal Statistics (noise detection via standard deviation); Biomedical - Vital Sign Statistics (instability flagging via standard deviation).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every concept the capstone needs - pointers, inheritance, polymorphism, operators, files, exceptions, STL, and templates. The final module combines all of them into one real, staged, track-based project.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18: Templates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