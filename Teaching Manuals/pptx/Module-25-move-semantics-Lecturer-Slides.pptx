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25 — Move Semantics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Semantics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lvalues from rvalues, and explain why it is always safe to move from an rvalue.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move constructor and move assignment operator that leave the source empty but valid.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std::move does and does not do, and what may be done with a moved-from object.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move operations noexcept and explain why std::vector depends on it.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Rule of Five, design a move-only type, and prefer the Rule of Zero.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copy a million values out of an object that's about to be thrown away?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expression with a name or identity that can be referred to again, such as a variable.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temporary value with no name that is about to disappear, such as a function's return value or the result of a + b.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Rvalue reference (T&amp;&amp;)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reference that binds only to rvalues, used to detect objects that are safe to steal from.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constructor / move assignment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member functions that transfer (steal) another object's resources instead of copying them, leaving the source empty but valid.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std::move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cast that turns an expression into an rvalue, giving permission to move from it. It does not move anything itself.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noexcept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promise that a function never throws. std::vector only moves elements during growth if their move constructor is noexcept.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of Five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Destructor, copy constructor, copy assignment, move constructor and move assignment: if a class defines one, think about all five.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lvalues and rvalues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lvalue: has a name, can be used again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rvalue: a temporary, about to disappear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safe to move from an rvalue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T&amp;&amp; binds only to rvalues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 operations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the pointer, don't copy the data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source EMPTY but VALID (nullptr)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is T&amp;&amp; - not const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them noexcept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std::move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cast: 'you may move from this'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 constructor does the real work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Moved-from: destroy it or assign to it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rely on its old contents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Five, Rule of Zero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Five: destructor, 2 copies, 2 moves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one? Think about all five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Move-only: delete copies, keep moves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the Rule of Zero - moves for free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 move constructor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SampleBuffer(SampleBuffer&amp;&amp; other) noexcept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data(other.data), size(other.size) {   // steal the array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other.data = nullptr;                    // leave the source EMPTY...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other.size = 0;                          // ...but VALID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SampleBuffer a(1000000);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SampleBuffer b = a;              // copy: a is an lvalue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SampleBuffer c = std::move(a);   // move: permission granted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is now empty - destroy it or give it a new value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"std::move moves the object."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std::move is only a cast to rvalue. The move constructor or move assignment does the actual moving - and if there isn't one, a copy happens instead.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moved-from object is destroyed or invalid."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still a valid object that will be destroyed normally. Its contents are unspecified, so you may only destroy it or give it a new value.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"return std::move(local); makes returning faster."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Returning a local already moves (or skips the copy entirely). Adding std::move can prevent that optimisation.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"If I write a destructor, I still get the move operations for free."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Declaring a destructor or copy operation stops the compiler generating move operations; moves quietly become copies.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25-move-semantics/exercises/exercise1.cpp - add noexcept move operations to Module 24's ReadingBuffer, record copy/move counts before and after for three tests, then remove noexcept from the move constructor and explain the change in the vector-growth test. Project (three tracks): Generic - building a 60-sheet term archive; EE - a by-value signal-processing pipeline; Biomedical - handing ECG recordings over to a central archive. Each adds the Rule of Five, measures copies vs moves, shows the moved-from state, and makes the Module 23 RAII class move-only.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move-only type that owns a heap object and deletes it automatically - that's exactly what std::unique_ptr is. Next module: smart pointers, and the end of writing delete yourself.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25: Move Semantics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