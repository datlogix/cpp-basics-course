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19 — Capstone Project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446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Intermediate C++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2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C++ Programming — Part 2: Intermediate C++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Slide Deck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a polymorphic class hierarchy from a written specification.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every major Part 2 concept (pointers, inheritance, polymorphism, operator overloading, file I/O, exceptions, STL containers/algorithms, templates) in one cohesive program.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records to a file that genuinely accumulates across separate program runs.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invalid/unsafe input with exceptions instead of crashing.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and justify a completed program's design choices, as in the Part 1 capstone.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concept from Modules 10-18, combined into one real, staged, track-based project.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2514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514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 map (course term)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table in the capstone README tracing each requirement back to the specific module that taught it - use it as your own facilitation anchor, not just a student reference.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map — nine ideas, one project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Pointers -&gt; managing a collection of polymorphic objects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+ Polymorphism -&gt; a vector&lt;Base*&gt;, one loop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overloading -&gt; a natural value-like class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map, continued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 -&gt; records persist across runs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-&gt; reject bad/unsafe input gracefully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container -&gt; a map keyed by name/ID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algorithms + Templates -&gt; analysis via Statistics&lt;T&gt;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staged commits, like Part 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class hierarchy (Modules 10-12)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file I/O, exceptions, STL container (13-16)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algorithms + templates (17-18)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tracks, one shared rubric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Generic: Extended Student Records &amp; Grading System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EE: Digital Multimeter &amp; Data Acquisition System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Biomedical: Patient Monitoring &amp; Records System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go next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98480" cy="4937760"/>
          </a:xfrm>
          <a:prstGeom prst="rect">
            <a:avLst>
              <a:gd name="adj" fmla="val 1481"/>
            </a:avLst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10149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Beyond this course: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Smart pointers (unique_ptr, shared_ptr)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Multiple inheritance &amp; interfaces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Move semantics, std::move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Multi-file projects + CMake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Unit testing (Catch2 / GoogleTest)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Keep committing to GitHub. That habit compounds.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Misconception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"This capstone is unrelated to the Part 1 capstone - a fresh start."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the Generic track especially, reframe it explicitly as an EXTENSION of the Part 1 Student Records system, not a new project - the continuity is deliberate course design, not a coincidence to downplay.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 should build everything in one sitting and commit once at the end, like before."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 as in Part 1's capstone, require the three separate staged commits - the habit-reinforcement is as much the point as the code itself.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"The three tracks are graded differently / one is 'easier' than the others."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three exercise an identical set of nine concepts from the concept map - grade against that shared map, not against a perception of relative difficulty.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Module's Project — Pick a Track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capstone itself IS the assignment - no separate exercises. See 19-capstone-project-2/README.md for the full three-stage, three-track specification and the matching starter files.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BOTH parts of the course here, not just this module. Point back at the very first roadmap from Module 0 and name what's now true: every student has TWO real, staged, committed projects on their own GitHub profile, spanning foundational and intermediate C++. Name the capstone README's explicit next steps (smart pointers, multiple inheritance, move semantics, multi-file projects with CMake, unit testing) as an honest, motivating map of what's next - not a vague send-off.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Introduction to C++ Programming — Part 2: Intermediate C++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19: Capstone Project 2</dc:title>
  <dc:subject>PptxGenJS Presentation</dc:subject>
  <dc:creator>Douglas Ayitey</dc:creator>
  <cp:lastModifiedBy>Douglas Ayitey</cp:lastModifiedBy>
  <cp:revision>1</cp:revision>
  <dcterms:created xsi:type="dcterms:W3CDTF">2026-09-16T22:35:29Z</dcterms:created>
  <dcterms:modified xsi:type="dcterms:W3CDTF">2026-09-16T22:35:29Z</dcterms:modified>
</cp:coreProperties>
</file>