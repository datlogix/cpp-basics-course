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35 — Testing &amp; Debugging OO Code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 OO Code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automated tests matter, and use assert for internal assumptions.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 with Arrange-Act-Assert, one behaviour per test, with descriptive names.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test in a class: normal cases, boundaries, invalid input, exceptions, and state after failure.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 in isolation using fakes injected through interfaces.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test-driven development with red-green-refactor cycles.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Catch2 tests with CMake and ctest.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with gdb (or an IDE debugger) and find memory errors with sanitizers.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hope your code works. Prove it - and re-prove it after every change.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automated check of one behaviour of one unit (usually a class or function) in isolation.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Arrange-Act-Assert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three-part shape of a test: set up objects, perform one action, check the result.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stand-in implementation of an interface that records calls or returns controlled values, used in tests.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Test-driven development (TDD)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a failing test first (red), the simplest code to pass it (green), then improving the code (refactor).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popular C++ unit-testing framework using TEST_CASE, REQUIRE, CHECK and SECTION.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Debugger (gdb)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to pause a running program, step through it, and inspect variables and the call stack.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Sanitizer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Compiler-inserted checks (AddressSanitizer, UBSan) that detect memory errors and undefined behaviour as they happen.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behaviour per test, with a descriptive name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- Act - Assert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fast, repeatable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public behaviour, not private details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test; fakes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cases, boundaries, invalid input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and the state after a failure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record calls / return controlled values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because of dependency injection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and Catch2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a failing test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the simplest code that passes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Refactor: tidy, tests still green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Catch2: TEST_CASE, REQUIRE, CHECK, SECTION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Debuggers and sanitizers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-g -O0 for debugging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gdb: break, run, next, step, print, backtrace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-fsanitize=address,undefined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Use-after-free, overflow, leaks - found instantly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unit test with a fake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FakeSender : public MessageSender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std::vector&lt;std::string&gt; sent;              // records every call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send(const std::string&amp; to, const std::string&amp; text) override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sent.push_back(to + ": " + text);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minitest::testCase("only parents who owe money are reminded");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FakeSender fake;                                // Arrange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FeeReminderService service(fake);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service.remind({{"0244000001", 350}, {"0244000002", 0}});   // Act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CHECK(fake.sent.size() == 1);                   // Assert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"Testing means checking the program once by hand before submitting."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 are re-run after every change, in seconds, and catch regressions a manual check misses.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test should test as much as possible at once."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behaviour per test makes failures point straight at the problem and keeps tests independent.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the program doesn't crash, there's no memory bug."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Use-after-free and overflows often produce wrong values silently. Sanitizers reveal them immediately.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"Tests should check private details to be thorough."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public behaviour. Tests tied to private details break on every refactor and stop being a safety net.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35-testing-debugging/exercises/exercise1.cpp - write a minitest suite from a written specification for a TemperatureLog class, let the tests reveal its one bug, fix it, and add a test for an unspecified behaviour. Project (three tracks): Generic - FeeAccount and FeeReminder; EE - Circuit and LoadMonitor; Biomedical - DoseCalculator and PrescriptionChecker. Each starter hides exactly one bug; students write 25+ checks with fakes, commit the failing test before the fix, TDD a new feature, demonstrate a sanitizer report, and optionally port tests to Catch2.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design, build and prove a system. The final module puts all of Part 3 together: Capstone Project 3.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35: Testing &amp; Debugging OO Code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