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Basics of Programming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of Programming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their own words, what a compiler does and why C++ needs one.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explain every line of a minimal C++ program (#include, main, cout, semicolons, return).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a C++ program from the terminal without assistance.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compiler error message and locate the actual line responsible for it.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single-line and multi-line comments appropriately.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you will ever write starts from these few lines.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raw numeric instructions a CPU executes directly.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Compiled 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language translated entirely to machine code before running (contrast: interpreted languages, run line-by-line).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instruction in C++, always ending in a semicolon.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function where a program's execution begins — main() in every C++ program.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way of grouping names to avoid clashes; std:: is the standard library's namespace.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mistake that breaks C++'s grammar rules, caught by the compiler before the program ever runs.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 to a running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source code: plain text (.cpp)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checks it and translates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comes an executable: a real program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it - and fix, recompile, rerun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hello.cpp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&lt;iostream&gt; - bring in printing tools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main() { ... } - where every program starts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std::cout &lt;&lt; ... - print to the screen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0; - 'I finished successfully'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and comments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is one instruction, ending in 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is for humans - always use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single-line comment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multi-line comment */ - explain WHY, not what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FIRST error message, top to bottom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names the file and the line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; ? Check the line ABOVE the error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often: every 3-5 lines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printing several things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Each &lt;&lt; feeds another piece into the output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"My name is Ama."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"I am learning " &lt;&lt; "C++" &lt;&lt; "!"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A comment like this can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span several lines. */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missing semicolon crashes the program."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 it never compiles at all — this is a compile-time failure, not a runtime crash. Nothing 'ran' yet.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first error in a long list is the least important one."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Show, live, how fixing only the first error in a cascade often makes 4 other errors vanish on recompile.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"std::cout is a variable I create."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 it's a pre-existing object from the iostream library representing the screen — nothing to declare, only to use.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01-basics-of-programming/exercises/exercise1.cpp — print name, hobby, and a chained-&lt;&lt; greeting. Project: an ASCII greeting card using only std::cout and comments (01-basics-of-programming/project/README.md).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we printed today was a literal, typed directly into the code. Next module, we give those values proper types and start storing them — that's the difference between a program that only prints fixed text and one that computes.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Basics of Programming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