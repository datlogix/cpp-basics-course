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24 — Copy Semantics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Semantics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situations in which an object is copied, and distinguish copy construction from copy assignment.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memberwise copy, and why it produces a shallow copy for owning raw pointers.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deep-copying copy constructor and a copy assignment operator that handles self-assignment and frees old data safely.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apply the Rule of Three, and recognise the copy-and-swap idiom.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class non-copyable with = delete, and explain when that is the right design.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Rule of Zero by using self-managing members such as std::vector.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an object that owns a resource is either correct by design - or a hidden crash.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constructor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constructor taking a const reference to the same class, used to build a NEW object as a copy of an existing 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assignment 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operator= taking a const reference to the same class, used to replace the contents of an object that ALREADY exists.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Memberwise copy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compiler-generated copy: each member is copied using its own copy operation.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copy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copy that duplicates a pointer's address but not the data it points to, so both objects share one resource.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copy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copy that allocates new storage and copies the pointed-to data, so the copies are independent.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of Three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class needs a user-written destructor, copy constructor or copy assignment operator, it almost certainly needs all three.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of Zero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classes whose members manage themselves, so none of the special member functions need to be written.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copies happen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Initialising from another object: Gradebook b = a;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by value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by value (often optimised away)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in a container: push_back(a)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vs deep copy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copy is memberwise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is copied as an ADDRESS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Shallow: two objects share one array -&gt; double delete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Deep: each object gets its own copy of the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Three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 + copy constructor + copy assignment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one? You almost certainly need all three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operator=: self-check, copy first, free second, return *this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forbid copying: = delete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Zero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classes from self-managing members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std::string, std::vector, smart pointers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NO special member functions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copies for free - prefer this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safe copy assignment operator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SampleBuffer&amp; operator=(const SampleBuffer&amp; other)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(this == &amp;other)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*this;                        // 1. self-assignment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double* newData = new double[other.size]; // 2. copy FIRST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other.size; i++)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newData[i] = other.data[i];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delete[] data;                           // 3. THEN free the old array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newData;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 = other.size;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*this;                            // 4. allow a = b = c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"Gradebook b = a; uses the assignment operator."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creates a new object, so it calls the copy constructor. Copy assignment only runs when the left-hand object already exists.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compiler's default copy is always wrong for classes with pointers."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wrong only when the pointer OWNS what it points to. A non-owning pointer (a borrow) is copied correctly as an address.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 operator=, delete the old data first, then copy."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allocation then fails, the object is left with a dangling pointer. Copy first, then free the old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"Every class needs a copy constructor."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built from std::string, std::vector and other self-managing members are copied correctly by default - the Rule of Zero.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24-copy-semantics/exercises/exercise1.cpp - add a deep-copying copy constructor and a safe copy assignment operator to Module 23's ReadingBuffer, then uncomment the independence, assignment and self-assignment tests; explain how the Rule of Zero would avoid the work. Project (three tracks): Generic - ScoreSheet 'what-if' moderation; EE - Waveform clipping experiments; Biomedical - ECG trace annotation on a copy of the medical record. Each does the Rule of Three by hand, makes the Module 23 RAII class non-copyable, then rewrites the data class with the Rule of Zero.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are now correct - but copying a million values out of an object that's about to be thrown away is pure waste. Next module shows how to move instead of copy.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24: Copy Semantics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