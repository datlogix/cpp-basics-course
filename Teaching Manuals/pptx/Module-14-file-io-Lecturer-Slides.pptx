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— File I/O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std::ofstream/std::ifstream use the same &lt;&lt; / &gt;&gt; syntax as cout/cin.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to a file and read it back, checking that the file actually opened.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std::ios::app to append instead of overwrite.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file line by line with getline, including splitting a CSV line on a delimiter.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text field back into a number with std::stod/std::stoi.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program. Reopen it. Run it again. Your data is still there.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general abstraction for reading/writing a sequence of data - std::cout, std::cin, and file streams are all streams.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std::ofstream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"Output file stream" - opens a file for writing.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std::ifstream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"Input file stream" - opens a file for reading.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std::ios::app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flag that opens a file in append mode, adding to existing content instead of erasing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std::stringstream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you apply stream tools (&gt;&gt;, getline) to a string already in memory, as if it were a file.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Streams: cout/cin's cousins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std::ofstream — output file stream (writing)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std::ifstream — input file stream (reading)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&lt;&lt; and &gt;&gt; syntax you already know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if it opened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(!outFile) { ... }  before trusting the stream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folder or bad permission fails SILENTLY otherwise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until end-of-file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(inFile &gt;&gt; reading) { ... }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 itself becomes false at end-of-file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know the count in advance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Appending vs. overwriting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ofstream OVERWRITES existing content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std::ios::app appends instead — essential for logs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getline + stringstream: a simple CSV read pattern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append + read back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std::ofstream log("sensor_log.csv", std::ios::app);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&lt;&lt; timestamp &lt;&lt; "," &lt;&lt; voltage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log.close();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std::ifstream in("sensor_log.csv");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std::string line;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(std::getline(in, line))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line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I open a file with ofstream, my new data gets added to what's already there."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ofstream behavior OVERWRITES the file's previous contents - std::ios::app is required to append instead.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file that fails to open still lets the program read/write normally, just with no data."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Reads/writes on a failed stream silently do nothing useful - always check if (!file) immediately after opening, before using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"Every field read from a file is already the right type to do math with."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read with getline is text (std::string), even a field that looks numeric - std::stod/std::stoi convert it explicitly.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14-file-io/exercises/exercise1.cpp - an appending CSV log with a running average, run multiple times to see accumulation. Project (three tracks): Generic - Expense Log; EE - Sensor Data Logger; Biomedical - Patient Vitals Log. All three build a std::ios::app CSV logger read back and summarized on every run.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file-reading code right now trusts every field is valid. Next module gives you a structured way to handle the case where it isn't - exception handling.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14: File I/O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