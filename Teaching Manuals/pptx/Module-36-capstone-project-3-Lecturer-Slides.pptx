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36 — Capstone Project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OOP with C++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3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3: Object-Oriented Programming with C++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object-oriented system from a problem statement and document it with UML, CRC cards and an ownership table.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a multi-file CMake project in a namespace, with an application and a separate test program.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polymorphic hierarchies and interfaces with clear smart-pointer ownership and no manual memory management.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value type, an exception hierarchy, a strong-guarantee batch operation and concept-constrained templates.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at least five design patterns where they genuinely solve a problem, and document them.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data across runs with robust, error-translating loading.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correctness with 40+ automated checks and sanitizer-clean builds, and reflect critically on the design using SOLID.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Part 3, combined into one designed, tested, documented system.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Scaffold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starter project that provides structure (build files, folders, key headers) but not the solution.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Ownership 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table listing every pointer-like member and whether it owns, shares, observes or borrows, with the reason.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--demo command-line option that runs a scripted scenario with no keyboard input, so anyone can see the system work.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short structured conversation in which a reviewer questions a design before (or while) it is built.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 of 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explicit list of conditions a piece of work must meet before it counts as finished.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stages, four commits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design and domain model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hierarchies, ownership, resources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behaviour, robustness, persistence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4: tests, sanitizers, reflection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map (1)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UML, CRC -&gt; DESIGN.md (20, 27)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Invariants, const, explicit -&gt; core classes (21)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Multi-file, namespaces, CMake -&gt; structure (22)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RAII, Rule of Zero, smart pointers (23-26)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map (2)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classes and interfaces (28-29)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value type (30)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hierarchy, strong guarantee (31)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Repository&lt;T&gt; with a concept, Statistics&lt;T&gt; (32)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tracks, one rubric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Generic: MakersPlace Academy Management System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EE: Smart Home Energy Management System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Biomedical: Hospital Ward Patient Monitoring System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patterns, 40+ checks, sanitizer-clean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building, demoing and testing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36-capstone-project-3/&lt;track&gt;_starter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cmake -S . -B build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cmake --build build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./build/app --demo                 # the scripted scenario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ctest --test-dir build --output-on-failure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4: the sanitizer build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cmake -S . -B build-asan \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-DCMAKE_CXX_FLAGS="-g -fsanitize=address,undefined"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cmake --build build-asan &amp;&amp; ctest --test-dir build-asan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capstone is mostly about getting the program to run."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code is necessary but not sufficient: design, ownership, robustness, tests and reflection are all graded.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"Using more patterns earns more marks."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 well-justified patterns beat ten forced ones. PATTERNS.md must show the problem each solves - and one place a pattern was deliberately not used.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"Tests can be written at the end."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written during Stages 1-3 catch bugs early and make later stages safer; leaving them to Stage 4 makes the work harder.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"REFLECTION.md is a formality."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where students show they understand why their design is shaped as it is. Generic statements score poorly; specific examples from their code score well.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capstone itself IS the assignment - no separate exercises. See 36-capstone-project-3/README.md for the four stages and the three tracks: Generic - MakersPlace Academy Management System; EE - Smart Home Energy Management System; Biomedical - Hospital Ward Patient Monitoring System. Each track's starter scaffold builds an app with a --demo mode and a test program run by ctest.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whole course here: "From Hello, World! to a designed, tested, multi-file object-oriented system. Point students to the 'Where to go from here' list - concurrency, the modern standard library, embedded C++ and robotics, graphical and networked apps - and remind them that the habits matter more than any single topic.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36: Capstone Project 3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