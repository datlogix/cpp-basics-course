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 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DRY (don't repeat yourself) motivation for functions.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with correctly typed parameters and a return type.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parameters (in the definition) from arguments (at the call site).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use void functions appropriately.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function prototypes to allow calling a function before its full definition.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pass-by-value and predict that a function cannot modify its caller's variable by default.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once, give it a name, and use it everywhere.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named, reusable block of code that performs a specific task.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placeholder in a function's definition for a value the caller must supply.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actual value supplied at the call site, matched to a parameter.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type of value a function hands back to its caller (void if none).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function's signature only (no body), declared before it's used so the compiler recognizes it ahead of the full definition.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by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C++ argument-passing behavior: the function receives a copy, not the original variable.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 exist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 (DRY)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 in ONE place, not five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name explains what the code does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pieces are easier to test and read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type: int, double, bool... or void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 verb - calculateTax, printLine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the inputs, each with a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hands a value back and exits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order and prototypes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reads top to bottom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function before its definition? Error!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prototype above main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add(int a, int b);  - then define it below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is COPIED into the parameter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parameter never changes the caller's variable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safety feature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shows how to change it on purpose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pass by value - the surprise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       // return type, name, parameters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tryToDouble(int x) {     // x is a COPY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 * 2;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5;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tryToDouble(number);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number &lt;&lt; std::endl;       // still 5!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add(2, 3) &lt;&lt; std::endl;    // 5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"Changing a parameter inside a function changes the caller's variable."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default, arguments are copied (pass by value) — demonstrate live, and preview that Module 7 covers the deliberate exception (pass by reference).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function's parameter names must match the caller's variable names."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call using differently-named variables/literals to prove parameter names are purely internal to the function.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"void means the function does nothing."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means it returns no value — it can still print, modify state, or produce visible effects.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06-functions-i/exercises/exercise1.cpp — isEven, average(vector), printLine functions. Project: a Math Toolkit (06-functions-i/project/README.md) with 5 required functions, using the prototype-above/definition-below pattern throughout.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function DOES need to change the caller's variable, or hand back more than one result. Next module shows you the deliberate, on-purpose way to do that — plus recursion, a function that calls itself.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Functions I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