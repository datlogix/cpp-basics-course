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28 — Advanced Inheritance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Inheritance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public, protected and private inheritance, and prefer composition to private inheritance.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a base class's constructors with using Base::Base.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name hiding and fix it with a using-declaration.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final on virtual methods and on classes, and justify when to do so.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three forms of object slicing and prevent them.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multiple inheritance, resolve ambiguities, and solve the diamond problem with virtual inheritance.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inheritance IS the right tool, use all of it - and use it correctly.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inheritance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 meaning is-a: the base's public members stay public and the derived object can be used wherever the base is expected.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inheritance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 meaning 'implemented in terms of': the base's members become private and outsiders can't treat the object as a base.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Inheriting constructors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Base::Base; makes all of the base class's constructors available in the derived class.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hiding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Declaring a function in a derived class hides every base function with the same name, whatever their parameters.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virtual method: no further overriding. On a class: no further deriving.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Diamond problem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class inheriting from two classes that share a base ends up with two copies of that base.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inheritance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Declaring a base virtual (class B : virtual public A) so only one shared copy exists; the most-derived class constructs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modes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is-a - the only mode for polymorphism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private: 'implemented in terms of'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composition to private inheritance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'public'? A class defaults to private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and name hiding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Base::Base; - inherit all constructors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a name hides ALL base overloads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using Base::name;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before virtual dispatch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and slicing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method: no further overriding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class: no further deriving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Slicing: init, assignment, vector&lt;Base&gt;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it: pointers/references, abstract bases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inheritance and the diamond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built in the order listed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names: qualify, or override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Diamond: two copies of the shared base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inheritance: one copy, built by the bottom class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 diamond, done properly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Device { protected: std::string serial; /* ... */ };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PoweredDevice   : virtual public Device { /* ... */ };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NetworkedDevice : virtual public Device { /* ... */ };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SmartPlug : public PoweredDevice, public NetworkedDevice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SmartPlug(std::string s, std::string ip)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Device(s),                  // most-derived builds the shared base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PoweredDevice(s, 230),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NetworkedDevice(s, ip) {}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"class Resistor : Component is the same as : public Component."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a class, the default is private inheritance: nothing from Component is visible outside and the Resistor can't be used as a Component.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"Overriding one overload in the derived class keeps the others."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Declaring the name hides every base overload with that name. Bring them back with a using-declaration.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"virtual inheritance is the same as virtual functions."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keyword, unrelated meaning: virtual inheritance shares one base subobject; virtual functions enable dynamic dispatch.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"Multiple inheritance should always be avoided."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Inheriting several interfaces (no data) is common and safe. The risk is mainly diamonds of classes that hold data.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28-advanced-inheritance/exercises/exercise1.cpp - a school weather station that does not compile until students fix the inheritance mode, replace forwarding constructors, cure name hiding, add final, and resolve a diamond with virtual inheritance. Project (three tracks): Generic - Person/Teacher/Researcher/TeachingResearcher; EE - Device/PoweredDevice/NetworkedDevice/SmartPlug; Biomedical - MedicalDevice/Wearable/WirelessDevice/SmartWatchMonitor. Each builds a real diamond correctly and uses final, using-declarations and inheriting constructors.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of our base classes have been marked = 0 since Module 26. Next module covers abstract classes and interfaces properly - plus vtables, dynamic_cast, and polymorphic copying.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28: Advanced Inheritance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