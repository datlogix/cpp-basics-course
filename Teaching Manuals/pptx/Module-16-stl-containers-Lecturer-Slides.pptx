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 — STL Containers &amp; Iterators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446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Intermediate C++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Containers &amp; Iterators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C++ Programming — Part 2: Intermediate C++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Slide Deck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std::map to store and look up values by a key instead of a position.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map[] existence-check gotcha and use .count()/.find() to avoid it.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std::set to maintain a collection with automatically-enforced uniqueness.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 range-based for loop is doing underneath, using explicit iterators.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Erase an element from a vector while iterating, without invalidating the loop.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roster shouldn't need a linear scan to find one name.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std::map&lt;K, V&gt;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key/value container, automatically kept sorted by key.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std::set&lt;T&gt;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container of unique values with no duplicates, automatically kept sorted.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object that points to one container element and knows how to move to the next - the general mechanism behind every STL loop.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.begin() / .end()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iterator to the first element, and a boundary marker just past the last element (never dereferenced directly).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Lets the compiler infer a variable's type - useful for verbose types like iterators, still used sparingly by preference in this course.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std::map&lt;Key, Value&gt;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by KEY, not position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map["R1"] = 220.0;  — insert or overwrite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sorted by key, automatically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[] existence-check gotcha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map["missing"] SILENTLY CREATES that key!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.count(key) or .find(key) to check safely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std::set&lt;T&gt; — guaranteed uniqueness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Inserting a duplicate is silently ignored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whenever "no duplicates" is a real rule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Iterators — what for(:) was hiding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.begin() / .end() / ++it / *it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Range-based for is this loop, compiler-generated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erase(it) returns the NEXT valid iterator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map basics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4937760"/>
          </a:xfrm>
          <a:prstGeom prst="rect">
            <a:avLst>
              <a:gd name="adj" fmla="val 1481"/>
            </a:avLst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std::map&lt;std::string, double&gt; values;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values["R1"] = 220.0;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(values.count("R2") == 0)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std::cout &lt;&lt; "R2 not found" &lt;&lt; std::endl;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(const auto&amp; pair : values)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std::cout &lt;&lt; pair.first &lt;&lt; " = "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&lt;&lt; pair.second &lt;&lt; std::endl;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Misconception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"Using [] to check whether a key exists in a map is safe."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silently CREATES the key with a default value if missing - use .count() or .find() to check existence without side effects.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 range-based for loop and an explicit iterator loop are fundamentally different mechanisms."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range-based form is exactly the iterator loop, compiler-generated for you - show them side by side producing identical output.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"You can safely keep using an iterator after erase()-ing the element it points to."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erase() invalidates that iterator; always use the iterator erase() itself returns to continue safely.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Module's Project — Pick a Track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16-stl-containers/exercises/exercise1.cpp - a word-count map plus a unique-words set. Project (three tracks): Generic - Inventory Tracker; EE - Component Inventory (voltage samples by node); Biomedical - Patient Database (readings by patient ID). All three build a map-based database keyed by name/ID, with a flagging rule applied while iterating.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been hand-writing loops to find a maximum, count matches, and convert values since Module 5. Next module replaces those hand-written loops with ready-made STL algorithms, plus lambdas to customize them on the spot.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Introduction to C++ Programming — Part 2: Intermediate C++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16: STL Containers &amp; Iterators</dc:title>
  <dc:subject>PptxGenJS Presentation</dc:subject>
  <dc:creator>Douglas Ayitey</dc:creator>
  <cp:lastModifiedBy>Douglas Ayitey</cp:lastModifiedBy>
  <cp:revision>1</cp:revision>
  <dcterms:created xsi:type="dcterms:W3CDTF">2026-09-16T22:35:29Z</dcterms:created>
  <dcterms:modified xsi:type="dcterms:W3CDTF">2026-09-16T22:35:29Z</dcterms:modified>
</cp:coreProperties>
</file>