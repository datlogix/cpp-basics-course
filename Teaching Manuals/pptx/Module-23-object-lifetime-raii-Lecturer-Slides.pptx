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23 — Object Lifetime, Destructors &amp; RAII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Lifetime, Destructors &amp; RAII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automatic, dynamic and static lifetime, and predict when each kind of object is destroyed.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destructor and explain when it runs automatically.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order of construction and destruction for locals, members, and base/derived classes.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RAII: acquiring a resource in a constructor and releasing it in a destructor.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RAII class to guarantee clean-up on every exit path of a function.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when objects die - and let C++ clean up for you, on every path.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lifetime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object declared in a block lives until the end of that block and is destroyed automatically on every way out of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lifetime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object created with new lives until delete is called on it - or forever, if delete is forgotten.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special member function, ~ClassName(), that runs automatically when an object dies.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unwinding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Leaving blocks and functions in turn while destroying their local objects - on return, and when an exception propagates.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unnamed object that lives until the end of the full expression that created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Acquisition Is Initialization: a resource is acquired in a constructor and released in the destructor, so its lifetime is tied to an object's scope.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lifetime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Automatic: dies at the end of its block - always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lives until delete (or forever)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before main starts, until after it ends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Temporaries: until the end of the statement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~ClassName() - runs automatically when an object dies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class, no parameters, no return value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call it yourself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base? Make it virtual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always reversed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Locals: built top to bottom, destroyed bottom to top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built before the constructor body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after the destructor body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built first, destroyed last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 resource in the constructor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it in the destructor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guard an automatic object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Clean-up on EVERY exit path - can't be forgotten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clean-up that cannot be forgotten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MotorSession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Motor&amp; motor;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explicit MotorSession(Motor&amp; m) : motor(m) { motor.start();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~MotorSession() { motor.stop(); }   // runs on EVERY exit path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drive(Motor&amp; m, int battery)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MotorSession session(m);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(battery &lt; 10) return;          // motor still stops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full drive ...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                                  // ...and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should call the destructor myself when I'm done with an object."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Destructors run automatically - at the end of scope or inside delete. Calling one yourself makes it run twice.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heap object is destroyed when the pointer variable goes out of scope."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pointer dies. The object lives until delete is called - which is why raw new so easily leaks.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"Members are destroyed before the destructor body runs."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destructor body runs first, while every member is still alive; members are destroyed afterwards, in reverse order.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"RAII is only about memory."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resource that must be given back - files, devices, locks, a switched-on motor - can and should be managed with RAII.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23-object-lifetime-raii/exercises/exercise1.cpp - Part A: a Tracer class and a written output prediction; Part B: an RAII ReadingBuffer that owns a heap array and a processReadings() function with an early return, showing the buffer is freed on both paths. Project (three tracks): Generic - Club Attendance Session that always closes a meeting in the log; EE - a Bench Power Supply Guard that always switches the supply off; Biomedical - an Infusion Pump Session that always stops the pump.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SampleBuffer is RAII-perfect - until it is copied, and two objects delete the same array. Next module explains exactly what copying means and how to make it safe.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23: Object Lifetime, Destructors &amp; RAII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