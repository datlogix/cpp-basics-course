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30 — Operator Overloading II &amp; Friends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II &amp; Friends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friend functions and friend classes deliberately, and explain when not to.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member or non-member operators, and make symmetric operators work with either operand first.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compound assignment operators and implement binary operators in terms of them.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prefix and postfix ++/--, and const and non-const operator[].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 objects and use them with STL algorithms, relating them to lambdas.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operator&gt;&gt; so that bad input fails the stream and leaves the object unchanged.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explicit conversion operators, and use defaulted and hand-written &lt;=&gt; (C++20).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own types as natural to use as int and double - but only where the meaning is obvious.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declaration inside a class granting a specific outside function or class access to its private members.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 such as += and -= that modify the left operand and return it by reference.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/ postfix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++x changes then returns the new value; x++ returns the old value. Postfix takes a dummy int parameter.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object (functor)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whose class overloads operator(), so it can be called like a function while carrying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member such as explicit operator double() const that converts an object to another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Three-way comparison (&lt;=&gt;)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C++20's 'spaceship' operator, answering less/equal/greater in one call; defaulting it gives all comparisons.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and symmetry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friend: access granted BY the class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operators that can't be members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* 2.0 works as a member...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...2.0 * v needs a non-member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done right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as a member: modify, return *this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 a non-member, built on +=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++ returns *this (new value)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++(int) returns the old value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and functors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[]s: non-const (read/write) and const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place for bounds checking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Functor: an object with operator()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a functor the compiler writes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conversions, comparisons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: fail the stream, leave the object alone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conversion operators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operator bool still works in if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&lt;=&gt; = default: all six comparisons (C++20)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+= does the work, + reuses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Vector2D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x, y;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Vector2D(double xv, double yv) : x(xv), y(yv) {}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Vector2D&amp; operator+=(const Vector2D&amp; o)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+= o.x;  y += o.y;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*this;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Vector2D&amp; operator*=(double k) { x *= k; y *= k; return *this;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Vector2D operator+(Vector2D a, const Vector2D&amp; b) { return a += b;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Vector2D operator*(Vector2D v, double k) { return v *= k;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Vector2D operator*(double k, Vector2D v) { return v *= k; }  // symmetric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"friend breaks encapsulation, so never use it."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friend declared inside the class, for operators that can't be members, is part of the class's interface. Misuse is making unrelated classes friends to avoid designing an interface.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"operator+ should return a reference, like +=."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creates a new value and must return by value; returning a reference to a local would dangle.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"One operator[] is enough."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a const version, indexing a const object or const&amp; parameter won't compile.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"Every value type should have every operator."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only operators whose meaning is obvious. Complex numbers, for example, have no natural ordering, so they should not have &lt;.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30-operator-overloading-ii/exercises/exercise1.cpp - a Fraction value type kept in lowest terms with compound and symmetric binary operators, prefix/postfix ++, &lt;&lt; and a failing &gt;&gt;, explicit operator double, and &lt;=&gt; (C++20). Project (three tracks): Generic - Money in Ghana cedis with a FeeLedger; EE - complex Impedance with a Network container and a deliberate decision NOT to provide ordering; Biomedical - Dose in micrograms with a MedicationChart. Each includes a functor used with an STL algorithm and a judgement table of operators provided and rejected.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 types now behave naturally - including failing cleanly on bad input. Next module designs the error side of classes properly: exception hierarchies, throwing constructors, and the exception-safety guarantees.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30: Operator Overloading II &amp; Friends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