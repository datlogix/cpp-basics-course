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20 — OOP Principles &amp; Object Modelling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 &amp; Object Modelling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an explicit language standard and warning flags, and explain why a clean build has zero warnings.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procedural and an object-oriented solution to the same problem and explain the trade-offs.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illustrate the four pillars of OOP: encapsulation, abstraction, inheritance and polymorphism.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noun/verb analysis to identify candidate classes, attributes and methods from a problem statement.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CRC card for a class and read and draw a simple text UML class diagram.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keywords isn't the same as knowing how to design with objects. Part 3 starts here.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Bundling data with the methods that act on it, and keeping the data private so outside code must use those methods.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Showing what an object does while hiding how it does it, so users of a class only need to know its interface.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derived class reusing and extending a base class to model an "is-a" relationship.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Polymorphism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interface, many behaviours: code written against a base class works with every derived class through virtual dispatch.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Noun/verb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Underlining the nouns (candidate classes/attributes) and verbs (candidate methods) in a problem statement.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CRC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Class-Responsibilities-Collaborators: a small card listing what a class knows and does, and which classes it works with.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UML class diagram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standard drawing of classes, their members (+ public, - private, # protected) and the relationships between them.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vs object-oriented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Procedural: data in parallel vectors, free functions act on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code bypassing the rules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data + rules live together in one class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makes nonsense states impossible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- keep data and its rules together, guarded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- show what it does, hide how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- this is a more specific kind of that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- one interface, many behaviours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classes: noun/verb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problem in plain sentences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-&gt; candidate classes or attributes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-&gt; candidate methods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duplicates, single values, and the program's user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on paper: CRC and UML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card: Class, Responsibilities, Collaborators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responsibilities share one theme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box: name, attributes, methods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public   - private   # protected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same rule, enforced by the object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title;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borrowed = false;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Book(std::string t) : title(t) {}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borrow()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(borrowed) return false;   // the object refuses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borrowed = true;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"Every noun should become a class."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nouns become attributes or nothing at all. A class needs data AND behaviour or rules; a single value like a name or an amount usually doesn't.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"Encapsulation and abstraction are the same 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 protects data behind methods; abstraction simplifies what a user needs to know. A class can be well encapsulated but still expose a confusing interface.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"Warnings don't matter if it compiles."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Warnings flag code that is legal but probably wrong - uninitialised variables, unused parameters, sign mismatches. In Part 3 a clean build means zero warnings.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"OOP means everything must be a class."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helper calculations can stay as free functions. OOP is a tool for managing rules and change, not a requirement to wrap every line in a class.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20-oop-principles/exercises/exercise1.cpp - noun/verb analysis of an intercity bus ticketing statement, then Ticket and Bus classes that refuse duplicate and out-of-range seats. Project (three tracks, continued through all of Part 3): Generic - School Club Registry; EE - Home Energy Monitor; Biomedical - Clinic Appointment System. Each track writes DESIGN.md (noun/verb table, CRC cards, text UML) before coding.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decide which classes a program needs. Next module goes back inside a single class and makes it hard to misuse: initializer lists, const correctness, invariants and static members.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20: OOP Principles &amp; Object Modelling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