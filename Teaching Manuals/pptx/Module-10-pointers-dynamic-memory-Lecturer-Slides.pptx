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Pointers &amp; Dynamic Memory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&amp; Dynamic Memory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pointer stores (an address) and use &amp; and * correctly.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pointer against nullptr before dereferencing 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runtime-sized array with new[] and free it with delete[].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recognize the three classic pointer bugs: memory leak, dangling pointer, double free.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relationship between arrays and pointers.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you've used since Module 7 was secretly a pointer wearing safety rails.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numeric location in memory where a variable's value is stored.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variable that stores an address instead of a value directly.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(address-of)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that returns the address where a variable lives.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(dereference)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that, given an address, accesses the value stored there.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special pointer value meaning 'points to nothing.'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/ dynamic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allocated at runtime with new, sized however the program needs at that moment, and freed explicitly with delete.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allocated with new but never freed with delete - permanently unusable for the rest of the program's life.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Dangling 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pointer still holding an address whose memory has already been freed.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stores an ADDRESS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lives at some address in memory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is a variable that stores that address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= "address of"  |  * = "value at this address"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int* p = &amp;age;  then  *p == 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nullptr = "points to nothing"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before dereferencing: if (p != nullptr)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Dereferencing a null pointer = undefined behavior, usually a crash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Part 1 capstone's Student* / nullptr pattern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memory: new[] / delete[]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size decided at COMPILE time -&gt; plain array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size decided at RUNTIME -&gt; new double[n]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new[] needs exactly one matching delete[]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habit: set the pointer to nullptr right after deleting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classic pointer bugs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— new'd, never delete'd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pointer — used AFTER delete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free — delete called twice on the same pointer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address, dereference, dynamic array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25;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agePtr = &amp;age;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*agePtr = 30;          // age is now 30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std::cin &gt;&gt; n;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data = new double[n];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use data[i] ...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delete[] data;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nullptr;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pointer and the variable it points to are basically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pointer is a separate variable that happens to store an address - draw the two-box diagram again if this comes 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"Dereferencing a null pointer usually just gives you 0 or an empty value."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undefined behavior - typically an immediate crash, not a safe default. Demonstrate live if your environment allows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"Once I call delete, the pointer becomes automatically null."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frees the memory but leaves the pointer holding the same (now invalid) address - you must set it to nullptr yourself.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10-pointers-dynamic-memory/exercises/exercise1.cpp - address/dereference basics plus a dynamically-allocated, user-filled array. Project (three tracks in project/README.md): Generic - Dynamic Grade Book; EE - ADC Sample Buffer; Biomedical - Vital Sign Buffer. All three practice the identical skill (new[]/delete[] plus min/max/average) in a different domain.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learned to manage ONE object's data through a pointer. Next module, we use this same idea to build families of related classes that share data and behavior through inheritance.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Pointers &amp; Dynamic Memory</dc:title>
  <dc:subject>PptxGenJS Presentation</dc:subject>
  <dc:creator>Douglas Ayitey</dc:creator>
  <cp:lastModifiedBy>Douglas Ayitey</cp:lastModifiedBy>
  <cp:revision>1</cp:revision>
  <dcterms:created xsi:type="dcterms:W3CDTF">2026-09-16T22:35:28Z</dcterms:created>
  <dcterms:modified xsi:type="dcterms:W3CDTF">2026-09-16T22:35:28Z</dcterms:modified>
</cp:coreProperties>
</file>