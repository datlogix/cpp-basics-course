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EEF1F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6446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Data Structures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86800" y="6446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Foundations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C++ Programming — Part 1: Foundations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Slide Deck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array indexing starts at 0 and identify valid index ranges.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std::vector to build a list that grows and shrinks at runtime.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std::vector is generally preferred over plain arrays in this course.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std::string as an indexable, loopable sequence of characters.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and use a struct to group related values of different types.</a:t>
            </a:r>
            <a:endParaRPr lang="en-US" sz="20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iterate over a std::vector of struct instances.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comes in lists and records - not in single variables.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fixed-size, ordered collection of values of the same type.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position in an array/vector/string, starting at 0.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std::vector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resizable list container from the standard library.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generic container/type parameterized by another type, e.g. vector&lt;int&gt; vs. vector&lt;double&gt;.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user-defined type that groups related fields of possibly different types under one name.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specific variable created from a struct (or class) blueprint.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fixed-size list of the same type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scores[5];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start at 0: scores[0] ... scores[4]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scores[5] is OUT of bounds - a real bug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std::vector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that can grow and shrink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v.push_back(85);  - add to the end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v.size()  - how many items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(int s : v)  - visit every item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are sequences too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name.length() - how many characters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name[0] - the first character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a string like a vector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with +:  first + " " + last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DIFFERENT types under one name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 Student { std::string name; int age; };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the ; after the }</a:t>
            </a:r>
            <a:endParaRPr lang="en-US" sz="2200" dirty="0"/>
          </a:p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members with the dot: s1.name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 vector of structs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0698480" cy="4937760"/>
          </a:xfrm>
          <a:prstGeom prst="rect">
            <a:avLst>
              <a:gd name="adj" fmla="val 1481"/>
            </a:avLst>
          </a:prstGeom>
          <a:solidFill>
            <a:srgbClr val="1E1E1E"/>
          </a:solidFill>
          <a:ln w="12700">
            <a:solidFill>
              <a:srgbClr val="3C3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101498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std::string name;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age;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gpa;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std::vector&lt;Student&gt; classroom;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s1;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s1.name = "Kofi";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s1.age = 20;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s1.gpa = 3.7;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classroom.push_back(s1);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/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(Student s : classroom) {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std::cout &lt;&lt; s.name &lt;&lt; ": " &lt;&lt; s.gpa &lt;&lt; std::endl;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64240" cy="50292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Misconception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5-element array has a valid index 5."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indices are 0 through size-1; index 5 in a 5-element array is out of bounds and dangerous, not just 'the sixth item.'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"Arrays and vectors are interchangeable in every way."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 are fixed-size; vectors can grow/shrink with push_back/pop_back. Arrays lack these methods entirely.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6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4454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 struct needs a semicolon after 'main' like a function does."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struct definition needs a semicolon after its closing brace precisely because it's a type declaration, not a function — contrast the two forms side by side.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Module's Project — Pick a Track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30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Exercise: 05-data-structures/exercises/exercise1.cpp — vector statistics (sum/average/min/max) plus a struct Book collection. Project: a Student Grade Tracker (05-data-structures/project/README.md) using a vector of Student structs — this project is the direct seed of the Module 9 capstone.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4546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822960" y="2670048"/>
            <a:ext cx="2011680" cy="41148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80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now duplicating the same average/loop logic in multiple places in your grade tracker. Next module fixes exactly that: functions let you write logic once, name it, and reuse it everywhere.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C++ Programming — Part 2: Intermediate C++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Data Structures</dc:title>
  <dc:subject>PptxGenJS Presentation</dc:subject>
  <dc:creator>Douglas Ayitey</dc:creator>
  <cp:lastModifiedBy>Douglas Ayitey</cp:lastModifiedBy>
  <cp:revision>1</cp:revision>
  <dcterms:created xsi:type="dcterms:W3CDTF">2026-09-16T22:35:29Z</dcterms:created>
  <dcterms:modified xsi:type="dcterms:W3CDTF">2026-09-16T22:35:29Z</dcterms:modified>
</cp:coreProperties>
</file>