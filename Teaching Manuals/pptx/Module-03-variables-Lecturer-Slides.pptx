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Variables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1: Foundations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declare, initialize, and reassign variables using appropriate naming conventions.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compound assignment (+=, -=) and increment/decrement (++, --) operators.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const enforces and why it's used for fixed values.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user input with std::cin &gt;&gt; and std::getline, and explain the difference.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variable scope using nested { } blocks.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let a program remember values - and react to its user.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Telling the compiler a variable exists and its type, e.g. int age;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Giving a variable its first value.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qualifier that locks a variable's value — the compiler refuses to compile any later attempt to change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std::cin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input stream representing keyboard input, paired with the extraction operator &gt;&gt;.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region of code (typically a { } block) in which a variable exists and can be used.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variable 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box in memory, with a type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Declare: int age;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Initialise: int age = 15;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Reassign: age = 16;  (no type the second time)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and const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letters, digits, _ - no spaces, no leading digit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Convention: camelCase - studentName, totalPrice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double PI = 3.14159;  - locked forever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refuses any attempt to change 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input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std::cin &gt;&gt; name;  - read one word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points FROM the input INTO the variable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pauses until Enter is pressed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std::getline(std::cin, fullName);  - a whole line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lives inside its { braces }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disappears at the closing }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blocks can see outer variables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code cannot see inner variables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reading input and using a constant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&lt;string&gt;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int YEARS_AHEAD = 10;   // const: can never be changed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std::string name;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age;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"What's your name? ";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std::cin &gt;&gt; name;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"How old are you? ";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std::cin &gt;&gt; age;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"Hello, " &lt;&lt; name &lt;&lt; "! In " &lt;&lt; YEARS_AHEAD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&lt;&lt; " years you will be " &lt;&lt; age + YEARS_AHEAD &lt;&lt; "." &lt;&lt; std::endl;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"An uninitialized variable starts at 0."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holds whatever garbage was already in that memory location — always initialize explicitly.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"= and == do the same thing."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assigns a value; == compares two values. This distinction becomes safety-critical starting next module with if statements — plant the seed now.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"std::cin &gt;&gt; name reads a person's full name."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stops at the first whitespace — demonstrate live, then introduce getline as the full-line alternative.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03-variables/exercises/exercise1.cpp — read name and age, compute years since a const legal age. Project: an interactive BMI calculator (03-variables/project/README.md) that reads real weight/height input — explicitly designed to be revisited and extended in Module 4.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BMI calculator can compute a number, but it can't yet tell the user what that number means — it can't make a decision. That's exactly what Module 4 adds.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3: Variables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