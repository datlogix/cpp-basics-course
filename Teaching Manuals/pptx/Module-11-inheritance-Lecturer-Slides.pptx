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 — Inheritance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6446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Intermediate C++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C++ Programming — Part 2: Intermediate C++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 Slide Deck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'is-a' test to decide when inheritance is the right relationship.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derived class that inherits from a base class and adds new members.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protected appropriately, distinguishing it from private and public.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a base class method and call it correctly through a derived object.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construction order (base-first, then derived) and write a correct member initializer list.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related classes, one shared foundation — inheritance is how you stop retyping it.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3200400"/>
                <a:gridCol w="7863840"/>
              </a:tblGrid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class (superclass/parent)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class being inherited from.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 class (subclass/child)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class that inherits from a base class.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"is-a" relationship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test for whether inheritance is appropriate: 'is a SavingsAccount a kind of BankAccount?'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access level between private and public: visible inside the class AND any class that derives from it, but not from outside code.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initializer list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`: BaseClass(args)` syntax in a derived constructor's header that constructs the base part of the object first.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Overriding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derived class redefining a method it inherited, changing its behavior for objects of that derived type.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"is-a" test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SavingsAccount a kind of BankAccount? Yes -&gt; inherit.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SavingsAccount : public BankAccount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class gets everything the base class has, for free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— a third access level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private: only the class itself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protected: the class AND anything derived from it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public: anyone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Overriding a method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class redefines a method it inherited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through a DERIVED variable -&gt; derived version runs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Cliffhanger: this breaks through a BASE pointer — Module 12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order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part is constructed FIRST, always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constructor's initializer list calls the base constructor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BankAccount(name, startingBalance)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deriving SavingsAccount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10698480" cy="4937760"/>
          </a:xfrm>
          <a:prstGeom prst="rect">
            <a:avLst>
              <a:gd name="adj" fmla="val 1481"/>
            </a:avLst>
          </a:prstGeom>
          <a:solidFill>
            <a:srgbClr val="1E1E1E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371600"/>
            <a:ext cx="101498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SavingsAccount : public BankAccount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interestRate;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SavingsAccount(std::string name, double bal, double rate)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: BankAccount(name, bal)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interestRate = rate;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applyInterest()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balance += balance * interestRate;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Misconceptions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Misconception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 derived class automatically gets the base class's constructors as its own."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doesn't - you write the derived constructor yourself and explicitly call a base constructor from its member initializer list.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"private and protected are basically the same thing."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blocks even derived classes; protected explicitly allows derived classes through while still blocking outside code. Demonstrate the compiler error for the private case live.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"Overriding a method changes it everywhere, for every object of the base type too."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only changes behavior for objects of the DERIVED type - a Component variable still uses Component's own describe(), never Resistor's, unless something more (Module 12) is involved.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Module's Project — Pick a Track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11-inheritance/exercises/exercise1.cpp - a Vehicle/ElectricVehicle hierarchy. Project (three tracks): Generic - Shape hierarchy; EE - Circuit Component hierarchy (Resistor/Capacitor/Inductor); Biomedical - Medical Device hierarchy (Thermometer/PulseOximeter). All three build a base class plus 2-3 derived classes, each adding its own fields and overriding a shared method.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the cliffhanger from the overriding example? Next module resolves it - what happens when you try to treat a Resistor through a generic Component pointer, which is exactly what you need for a mixed collection of components.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Introduction to C++ Programming — Part 2: Intermediate C++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11: Inheritance</dc:title>
  <dc:subject>PptxGenJS Presentation</dc:subject>
  <dc:creator>Douglas Ayitey</dc:creator>
  <cp:lastModifiedBy>Douglas Ayitey</cp:lastModifiedBy>
  <cp:revision>1</cp:revision>
  <dcterms:created xsi:type="dcterms:W3CDTF">2026-09-16T22:35:29Z</dcterms:created>
  <dcterms:modified xsi:type="dcterms:W3CDTF">2026-09-16T22:35:29Z</dcterms:modified>
</cp:coreProperties>
</file>