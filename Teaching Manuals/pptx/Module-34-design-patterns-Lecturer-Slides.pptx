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34 — Design Patterns in C++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in C++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design pattern is and why shared pattern vocabulary matters.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Factory and Builder, and explain the risks of Singleton and its usual alternative.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Adapter, Composite and Decorator, and distinguish Adapter from Decorator.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Strategy, Observer, State and Command, and distinguish Strategy from State.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Model-View-Controller as a combination of patterns.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pattern from the problem it solves - and decide when not to use 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designs for recurring problems - and a shared vocabulary to talk about them.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named, reusable solution shape for a recurring design problem.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place that decides which concrete class to create from runtime data, returning a base-class pointer.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that constructs a complicated object step by step with named, chainable settings.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/ Decorator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changes an interface to fit; Decorator keeps the same interface and adds behaviour by wrapping.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and groups share one interface so a whole tree can be treated like a single item.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/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Swappable behaviour behind an interface; a strategy is usually chosen from outside, a state switches itself on events.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subject notifies subscribed observers of events without knowing what they 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request turned into an object with execute() and undo(), so it can be queued, logged or undone.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one place decides which class to create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Builder: named, chained steps, validate in build()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one global instance - use sparingly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passing dependencies explicitly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Adapter: make a foreign interface fit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Composite: groups and items share one interface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Decorator: wrap to add behaviour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keeps the interface; Adapter changes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patterns (1)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swap an algorithm at runtime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Observer: notify everyone who's interested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holds non-owning observer pointers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 before an observer dies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patterns (2) and MVC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each mode is a class; states switch themselves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requests as objects - queue, log, undo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 Model, View (Observer), Controller (Commands)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tools, not goals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Observer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TemperatureSensor {                     // the subject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std::vector&lt;TemperatureObserver*&gt; observers;  // non-owning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subscribe(TemperatureObserver&amp; o)   { observers.push_back(&amp;o);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unsubscribe(TemperatureObserver&amp; o);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newReading(double c)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(TemperatureObserver* o : observers)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o-&gt;onTemperature(room, c);         // display, alarm, log...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"Good design uses as many patterns as possible."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 add structure that must be justified by a real problem. A pattern in every class is as hard to read as none.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"Singleton is the clean way to share an object."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hides dependencies and blocks testing. Prefer creating one object in main and passing it to those who need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"Strategy and State are the same pattern."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swap an object behind an interface, but strategies are chosen from outside while states change themselves in response to events.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"Observers can be destroyed whenever convenient."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subject keeps raw pointers to them; an observer destroyed without unsubscribing leaves the subject with a dangling pointer.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34-design-patterns/exercises/exercise1.cpp - an automatic school bell combining Strategy (normal vs exam-day schedules), Observer (classroom speakers, staff alerts, a log) and Factory (listeners built from configuration lines, including an invalid one). Project (three tracks): Generic - a school events hub; EE - a smart-home controller; Biomedical - a ward monitoring platform. Each implements at least five patterns including Factory, Strategy and Observer, runs a scripted scenario, and documents every pattern (and one deliberate non-use) in PATTERNS.md.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designs are now flexible. But how do we KNOW they work - and keep working as they change? Next module: automated tests, test-driven development, debuggers and sanitizers.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34: Design Patterns in C++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