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Setup: Tools, Git &amp; GitHub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VS Code, a C++ Compiler, Git &amp; GitHub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1: Foundations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verify a working C++ compiler (g++ via Xcode Command Line Tools on macOS; MinGW or WSL on Windows).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 and the C/C++ and Code Runner extensions.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run a first program from the terminal, by hand, understanding each part of the command.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GitHub account and sign into it from VS Code.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full status → add → commit → push workflow at least once, from both the terminal and the VS Code Source Control panel.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once, properly - then every module from here is pure C++.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program that translates human-readable source code into an executable program the computer can run.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/ Shell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text-based interface for typing commands directly to the operating system.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/ Editor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program for writing code with helpful features like syntax highlighting and error detection (VS Code, in this course).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tool that tracks changes to files over time, on the student's own machine.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website that hosts a copy of a Git history online, for backup and sharing.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 ("repo")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folder that Git is tracking the history of.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saved snapshot of the repo at a point in time, with a message describing what changed.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(g++): turns C++ text into a program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Code: where you write and run code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tracks every change on your computer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your backed-up, shareable portfolio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compiler, then check: g++ --version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 + the C/C++ extension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Git, then check: git --version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check fails, fix it now - not in Module 3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run by hand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hello.cpp in the terminal's folder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g++ hello.cpp -o hello   (compile)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./hello   (run the program you just built)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by hand once before trusting a Run button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 loop - every module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- what has changed?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- choose what to save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"message" - save a snapshot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- back it up to GitHub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your first program, built by hand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"Hello, C++!" &lt;&lt; std::endl;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the terminal: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g++ hello.cpp -o hello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./hello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git add hello.cpp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git commit -m "My first C++ program"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git push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compiler and the editor are the same thing."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out VS Code can open any text file and never compiles anything by itself — g++ (or the extension calling it) is doing all the real work.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"Once I install Git, my code is automatically backed up."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Emphasize that nothing is saved to Git history until commit, and nothing reaches GitHub until push — both are deliberate actions, not automatic.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compiler error means I broke something serious."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Reframe: an error means the compiler caught a mistake before it could run — that's a safety net, not a failure.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Checkpoint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separate project this module — the module's own checkpoint IS the deliverable: a working hello.cpp compiled from the terminal, committed, and pushed to a personal GitHub repository.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by pointing at the roadmap: "Everything from here is C++ itself — the annoying one-time setup is over." Confirm every student has pushed at least one commit before ending the session.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0: Tools — VS Code, a C++ Compiler, Git &amp; GitHub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