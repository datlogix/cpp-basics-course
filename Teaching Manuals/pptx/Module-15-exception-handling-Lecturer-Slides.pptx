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 — Exception Handling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silent failure (e.g. division producing inf) is more dangerous than a visible error.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throw to signal an invalid condition with a specific standard exception type.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try/catch to respond to an exception without crashing.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multiple catch blocks, most-specific first, with a std::exception safety net.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 class's invariant inside its constructor so an invalid object can never be created.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 / 0.0 doesn't crash — it quietly returns inf, and THAT'S the real danger.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object thrown to signal that something has gone wrong, interrupting normal execution until handled.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Immediately stops normal execution and begins searching for code prepared to handle the thrown exception.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/ catch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wraps code that might throw; catch runs only if a matching exception was thrown inside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std::invalid_argument / std::out_of_range / std::runtime_error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exception types (from &lt;stdexcept&gt;) naming different broad categories of problem.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std::exception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base class every standard exception type derives from - a final catch (const std::exception&amp;) acts as a safety net.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silent-failure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math doesn't always error — sometimes it just lies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value can travel far before anyone notices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— signal something is wrong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std::invalid_argument("message");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stops normal execution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code prepared to handle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— respond, don't crash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{ risky code } catch (const Type&amp; e) { handle it }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e.what() returns your message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after try/catch keeps running normally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catches, most specific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std::invalid_argument, std::out_of_range, ...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std::exception — the base class, a final safety net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.at() throws safely; [] does not check at all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validating a constructor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Dosage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milligrams;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Dosage(double mg)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(mg &lt; 0)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std::invalid_argument("negative dose");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milligrams = mg;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 invalid Dosage can now never exist, anywhere.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"Exceptions should replace ordinary if/else for routine, expected branching."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Exceptions are for genuinely exceptional, unexpected situations - routine, everyday decisions still belong in if/else, exactly as in Module 4.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"Catching std::exception alone is just as good as catching specific types."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broad catch hides WHICH specific problem occurred, making the error message less useful - prefer specific catches, with std::exception only as a final safety net.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 empty catch block that does nothing is a safe way to 'handle' an error."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Silently swallowing an exception hides real problems just as badly as the silent-failure scenario this module opened with - at minimum, log or print what happened.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15-exception-handling/exercises/exercise1.cpp - safeDivide and safeAt, both exercised with try/catch. Project (three tracks): Generic - Safe Grade Averager; EE - Circuit Safety Checker (invalid resistance + overcurrent); Biomedical - Dosage Safety Checker (invalid dose + unsafe total). All three loop, validate input with exceptions, and keep running after a rejected entry instead of crashing.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validated one value at a time so far. Next module gives you containers built for holding many values, keyed by name instead of position - map and set.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15: Exception Handling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