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Operator Overloading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a binary operator (+) as a class method.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a comparison operator (==) as a class method.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&lt;&lt; as a friend free function so std::cout can print a custom object directly.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&lt;&lt; cannot be a regular member method.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when an operator's built-in meaning genuinely fits a custom type, and when it doesn't.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reads better than a.add(b) — and for value-like types, it should.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operator+ / operator== / operator&lt;&lt;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method names the compiler recognizes and translates infix syntax (a + b) into (a.operator+(b)).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 parameter / const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promise that a value won't be modified - the standard, expected shape for an overloaded operator's parameter and, usually, the method itself.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free (non-member) function granted access to a class's private members - used here because &lt;&lt; must be written outside the class it prints.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operator+ as a class method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operator+(const Complex&amp; other) const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is translated to a.operator+(b)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reference parameter: read-only, no unnecessary copy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method: promises it won't modify *this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operator== — natural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operator+, returns bool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(a == b) now works exactly like a built-in type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operator&lt;&lt; — the exception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Left-hand side is std::cout, not your class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 FREE function, usually a friend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pattern: friend std::ostream&amp; operator&lt;&lt;(...)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Judgment: should you overload THIS operator?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only when the built-in meaning genuinely fits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 Complex/Dosage: yes, reads naturally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 mean "merge unrelated records": no, misleading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Complex impedance arithmetic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operator+(const Complex&amp; other) const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Complex(real + other.real,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imag + other.imag);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z1(50, 0), z2(0, -30);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zTotal = z1 + z2;   // reads like real math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"operator+ should modify one of the two operands directly."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should return a NEW object; a + b should never change a or b themselves - exactly like built-in arithmetic never changes its operands.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"&lt;&lt; can be overloaded as a normal member method, just like + and ==."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left-hand side of &lt;&lt; is a std::ostream, not your class - it must be a free function (typically a friend) written from the stream's side.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C++ lets me overload an operator for any meaning I want, that's fine to do."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Technically true, practically harmful - an operator whose behavior doesn't match its conventional meaning actively misleads readers. Prefer a named method when the fit isn't natural.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13-operator-overloading/exercises/exercise1.cpp - a Fraction class overloading +, ==, and &lt;&lt;. Project (three tracks): Generic - Vector2D; EE - Complex Impedance (+, -, * for AC circuit analysis); Biomedical - Dosage (+, *, &lt; for safe dose combination/scaling/comparison).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so far forgets everything the moment it closes. Next module gives your programs memory that survives - reading and writing files.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13: Operator Overloading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