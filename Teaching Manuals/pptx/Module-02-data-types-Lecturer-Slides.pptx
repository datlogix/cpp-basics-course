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Types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appropriate built-in type for a given piece of data.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char uses single quotes and std::string uses double quotes.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result of int/int division vs. division involving at least one double.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static_cast&lt;double&gt;(...) to force a floating-point result.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sizeof to inspect how much memory a type reserves.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decides what a value can hold - and what can go wrong with it.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agreement about how many bits to reserve and how to interpret them (e.g. as a whole number, a letter, true/false).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written directly in code: 42, 3.14, 'A', "hello", true.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conversion / casting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Converting a value from one type to another, implicitly (automatic) or explicitly (static_cast).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Cutting off a decimal portion rather than rounding, e.g. storing 9.8 into an int gives 9.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types exist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takes up memory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says how much, and how to read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says which operations make sense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uses types to catch mistakes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- whole numbers: 42, -7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- decimals: 3.14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- one character, SINGLE quotes: 'A'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- true/false;  std::string - text: "Hello"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integer division surprise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 with two ints gives 3 - not 3.5!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remainder is silently thrown away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operand a decimal: 7.0 / 2 = 3.5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cast: static_cast&lt;double&gt;(a) / b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and conversions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sizeof(int) - see how many bytes a type uses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-&gt; int conversion drops the decimals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quotes = char;  double quotes = string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&lt;string&gt; whenever you use std::string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the integer division trap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 = 7;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b = 2;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a / b &lt;&lt; std::endl;                        // 3 !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static_cast&lt;double&gt;(a) / b &lt;&lt; std::endl;  // 3.5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"int: " &lt;&lt; sizeof(int) &lt;&lt; " bytes"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"double: " &lt;&lt; sizeof(double) &lt;&lt; " bytes"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"int / int rounds to the nearest whole number."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truncates (discards the decimal), which is not the same as rounding — 7/2 gives 3, but so would (a hypothetical) 7.9/2 → the decision happens before any rounding logic exists.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"'A' and "A" are interchangeable."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quotes = exactly one char; double quotes = a string, even if it's one character long. They are different types with different capabilities.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"static_cast&lt;double&gt;(a) changes the variable a permanently."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 it only affects the value in that expression — a itself is untouched unless you explicitly reassign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02-data-types/exercises/exercise1.cpp — declare each core type and compute a total price. Project: a temperature converter (02-data-types/project/README.md) that deliberately breaks itself by swapping double for int, to force students to witness the truncation bug in a project they built.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every value lived for exactly one line. Next module we give values names that persist — variables — and start reading real input from the user instead of only printing fixed text.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Data Types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