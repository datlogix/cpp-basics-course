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Control Structures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Foundations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Structures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1: Foundations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correct comparison and logical expressions (==, !=, &amp;&amp;, ||, !).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correctly ordered if / else if / else chains.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switch appropriately, including remembering break in every case.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appropriate loop (while, do-while, for) for a given repetition task.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break and continue correctly inside a loop.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modulo operator (%) to test divisibility.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and repetition turn a calculator into a real program.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 expression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expression that evaluates to true or false, used as a condition.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possible path of execution chosen by if/else or switch.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Fall-through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a switch, execution continuing into the next case because a break was omitted.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repetition of a loop's body.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Modulo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remainder-of-division operator; a % b is the remainder after dividing a by b.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Infinite 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loop whose condition never becomes false, so it never stops on its own.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decisions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compares;  = assigns - never mix them up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(and), || (or), ! (not)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if / else - first true branch wins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your conditions from most specific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for exact matches on one value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... break;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break? It falls through to the next case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handles everything else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- repeat while a condition holds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 - always runs at least once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- repeat a known number of times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the condition can become false!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loops, break, continue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inside a loop: rows x columns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- leave the loop now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- skip to the next iteration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(remainder) - even/odd, every Nth item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a loop with a decision inside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1; i &lt;= 15; i++)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(i % 15 == 0)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std::cout &lt;&lt; "FizzBuzz" &lt;&lt; std::endl;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else if (i % 3 == 0)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std::cout &lt;&lt; "Fizz" &lt;&lt; std::endl;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else if (i % 5 == 0)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std::cout &lt;&lt; "Buzz" &lt;&lt; std::endl;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else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std::cout &lt;&lt; i &lt;&lt; std::endl;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"switch can check ranges like score &gt;= 90."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only matches exact values — range checks require if/else if. Show the compiler error if attempted.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for loop is fundamentally different from a while loop."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Rewrite one as the other live — a for loop is a while loop with its setup/condition/update gathered into one line.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"break and continue do the same thing."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 exits the loop entirely; continue only skips the rest of the current iteration and keeps looping.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04-control-structures/exercises/exercise1.cpp — a FizzBuzz-style loop exercise. Project, Part A: a number guessing game with a loop and guess counter (04-control-structures/project/README.md). Project, Part B: revisiting the Module 3 BMI calculator to add real if/else if category detection.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now, every score or guess your program handles lives in its own separate variable. Next module, we learn to hold many related values together — arrays, vectors, and structs — which is what real data actually looks like.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Control Structures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