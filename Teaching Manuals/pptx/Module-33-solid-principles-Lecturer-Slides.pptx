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33 — SOLID Principles &amp; Clean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OOP with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Principles &amp; Clean Design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3: Object-Oriented Programming with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coupling and cohesion, and aim for high cohesion and low coupling.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Single Responsibility Principle by splitting classes with several reasons to change.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Open/Closed Principle by replacing type switches with polymorphism.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Liskov Substitution violations and fix the hierarchy.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fat interfaces according to the Interface Segregation Principle.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Dependency Inversion Principle with interfaces and dependency injection.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common code smells and refactor safely in small, verified, committed steps.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effort in real software goes into CHANGING it. Design for change.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closely the contents of one class belong together; aim high.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one class depends on the details of another; aim low.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Responsibility (SRP)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class should have one reason to change.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Open/Closed (OCP)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should be open for extension but closed for modification.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Liskov Substitution (LSP)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derived class must work correctly anywhere its base class is expected.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Segregation (ISP)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class should be forced to depend on methods it doesn't use.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 Inversion (DIP)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High-level code and low-level details should both depend on abstractions.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 injection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Passing a class the objects it depends on (usually through its constructor) instead of letting it create them.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Coupling, cohesion, S and 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cohesion, low coupling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SRP: one reason to change per class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OCP: add features by ADDING code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switch -&gt; polymorphism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and 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LSP: a subclass must keep the base's promises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Square/Rectangle: compiles, but breaks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ISP: small, focused interfaces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'not supported' methods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dependency inversion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code owns an abstraction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implement it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dependencies through the constructor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SMS for email - or a fake for tests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Smells and refactoring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class, long method, switch on type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code, feature envy, primitive obsession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Refactor: same behaviour, better structure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output, small step, diff, commit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dependency injection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MessageSender {                     // the abstraction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~MessageSender() = default;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void send(const std::string&amp; to, const std::string&amp; text) = 0;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FeeReminderService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MessageSender&amp; sender;                // depends only on the abstraction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explicit FeeReminderService(MessageSender&amp; s) : sender(s) {}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remind(const std::map&lt;std::string, double&gt;&amp; balances);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SmsSender, EmailSender, FakeSender all work - no edits needed.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"SRP means each class should have only one method."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means one reason to change. A class with many methods about one responsibility is cohesive and fine.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"If it's an 'is-a' in the real world, inheritance is correct."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Inheritance must be correct for the operations in the program. A Square breaks Rectangle's setter promises, violating LSP.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"More interfaces are always better."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interface with one implementation and no prospect of another (or of a test fake) adds reading cost for no benefit.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"Refactoring and adding the new feature at the same time saves time."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something breaks you can't tell which change caused it. Refactor first, commit, then add the feature.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33-solid-principles/exercises/exercise1.cpp - refactor a CanteenManager god class (menu, pricing, payment-type switch, receipts, hard-wired notifier) into SOLID classes, proving identical output with diff, then add a Voucher payment method without editing existing classes. Project (three tracks): Generic - SchoolManager; EE - EnergyController; Biomedical - WardManager. Each is a smelly god class to be refactored with identical output, committed step by step, and then extended with new features mostly by adding classes.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tells you what a good design looks like. Next module gives you a catalogue of proven designs to reach for - the classic design patterns.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33: SOLID Principles &amp; Clean Design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