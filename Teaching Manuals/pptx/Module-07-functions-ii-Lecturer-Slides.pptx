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EF1F6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6446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— Functions II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64465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Foundations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II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C++ Programming — Part 1: Foundations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 Slide Deck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reference parameters (&amp;) to let a function modify the caller's variable.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reference parameters are the standard way to return more than one value.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default parameter values correctly (including the last-parameter-only rule).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and correctly distinguish overloaded functions.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recursive function with a correct, reachable base case.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a simple recursive call by hand, step by step.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22960" y="2670048"/>
            <a:ext cx="201168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80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that change things on purpose - and functions that call themselves.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Vocabulary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5029200"/>
        </p:xfrm>
        <a:graphic>
          <a:graphicData uri="http://schemas.openxmlformats.org/drawingml/2006/table">
            <a:tbl>
              <a:tblPr/>
              <a:tblGrid>
                <a:gridCol w="3200400"/>
                <a:gridCol w="7863840"/>
              </a:tblGrid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parameter (&amp;)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parameter that is another name for the caller's own variable, not a copy — changes inside the function affect the original.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parameter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parameter with a value used automatically when the caller omits that argument.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 overloading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functions sharing a name but differing in their parameter lists; the compiler picks the right one based on the call.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function that calls itself to solve a smaller version of the same problem.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case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condition in a recursive function simple enough to answer directly, without further recursion — required to stop the recursion.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 overflow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crash caused by recursion (or any call chain) going too deep, typically from a missing or unreachable base case.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by reference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&amp;x - x is ANOTHER NAME for the caller's variable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inside the function are real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way to hand back more than one result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deliberately - not by default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parameters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 greet(std::string name, int times = 1)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greet("Ama") uses times = 1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go at the END of the parameter list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near-identical functions to write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overloading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name, different parameter lists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maxOf(int, int) and maxOf(double, double)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picks the best match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return type alone can't tell them apart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that calls itself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case: simple enough to answer directly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case: a smaller version of the problem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base case? Stack overflow!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a reference and a recursion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10698480" cy="4937760"/>
          </a:xfrm>
          <a:prstGeom prst="rect">
            <a:avLst>
              <a:gd name="adj" fmla="val 1481"/>
            </a:avLst>
          </a:prstGeom>
          <a:solidFill>
            <a:srgbClr val="1E1E1E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371600"/>
            <a:ext cx="101498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doubleIt(int &amp;x) {          // note the &amp;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 = x * 2;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factorial(int n) {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(n &lt;= 1) {                // base case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1;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 * factorial(n - 1); // recursive case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number = 5;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doubleIt(number);            // number is now 10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std::cout &lt;&lt; factorial(4);   // 4 * 3 * 2 * 1 = 24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Misconceptions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5029200"/>
        </p:xfrm>
        <a:graphic>
          <a:graphicData uri="http://schemas.openxmlformats.org/drawingml/2006/table">
            <a:tbl>
              <a:tblPr/>
              <a:tblGrid>
                <a:gridCol w="4572000"/>
                <a:gridCol w="6492240"/>
              </a:tblGrid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Misconception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"Forgetting &amp; still lets me modify the caller's variable, just less reliably."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omitting &amp; silently falls back to full pass-by-value with no error and no warning of intent; show this side by side with the reference version.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 recursive function needs a loop inside it to actually repeat."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repeated call to itself IS the repetition — there is no loop keyword involved at all in most simple recursive functions.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"Recursion is always better/more advanced than a loop, so I should prefer it."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Reframe: for simple counting/accumulating problems, a loop is often just as clear and slightly more efficient — recursion earns its place on problems naturally defined recursively.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Module's Project — Pick a Track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Exercise: 07-functions-ii/exercises/exercise1.cpp — swapValues (reference), overloaded maxOf, recursive sumUpTo. Project: a Recursive Toolkit (power, sumDigits, isPalindrome) plus Rock-Paper-Scissors refactored into functions using references for score tracking (07-functions-ii/project/README.md).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NEXT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22960" y="2670048"/>
            <a:ext cx="201168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80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program so far manipulates data that's separate from the logic acting on it. Next module introduces classes — bundling data and the functions that act on it into a single, self-contained type. This is the foundation of object-oriented programming.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Introduction to C++ Programming — Part 2: Intermediate C++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7: Functions II</dc:title>
  <dc:subject>PptxGenJS Presentation</dc:subject>
  <dc:creator>Douglas Ayitey</dc:creator>
  <cp:lastModifiedBy>Douglas Ayitey</cp:lastModifiedBy>
  <cp:revision>1</cp:revision>
  <dcterms:created xsi:type="dcterms:W3CDTF">2026-09-16T22:35:29Z</dcterms:created>
  <dcterms:modified xsi:type="dcterms:W3CDTF">2026-09-16T22:35:29Z</dcterms:modified>
</cp:coreProperties>
</file>