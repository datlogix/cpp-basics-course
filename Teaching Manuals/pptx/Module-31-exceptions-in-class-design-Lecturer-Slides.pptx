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31 — Exceptions in Class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OOP with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in Class Design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3: Object-Oriented Programming with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exception hierarchy derived from std::runtime_error, with one root per system.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exceptions that carry data, and catch them by const reference in the right order.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exactly what is and isn't destroyed when a constructor throws.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destructors must never let an exception escape, and use the close()-plus-destructor pattern.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no-throw, strong and basic guarantees, and implement the strong guarantee.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RAII so that clean-up happens automatically during stack unwinding.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Rethrow with throw; and translate low-level exceptions into domain exceptions.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pass THROUGH your objects. Design them to stay correct when that happens.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hierarchy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set of exception classes derived from one root, so callers can catch at the level of detail they need.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unwinding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Leaving each function and block between a throw and its catch, destroying their local objects on the way.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No-throw guarantee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operation never throws (noexcept) - required of destructors, move operations and swap.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guarantee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an exception is thrown, the operation has no effect: the object is exactly as before ('commit or roll back').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guarantee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an exception is thrown, nothing leaks and the object is still valid, but its contents may have changed.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Rethrow (throw;)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 a catch block, throws the same exception object again, keeping its real type.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translation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Catching a low-level exception and throwing a higher-level one with more useful context.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exception hierarchy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root per system, from std::runtime_error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exceptions after what went wrong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data the catcher can use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by const&amp;, most specific first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Constructors and destructors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throws: the object never existed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members ARE destroyed; destructor isn't run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Destructors are noexcept - never let errors escape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close() that throws + destructor that swallows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guarantees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No-throw: never throws (noexcept)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Strong: all or nothing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Basic: valid, no leaks, maybe changed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Strong: risky work first, then commit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RAII, rethrow, translate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Unwinding destroys locals - RAII cleans up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throw;  rethrows the SAME exception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e; slices - avoid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low-level errors at boundaries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the strong guarantee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Bank::transfer(const std::string&amp; from,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const std::string&amp; to, double amount)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Account&amp; source = find(from);     // may throw - nothing changed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Account&amp; target = find(to);       // may throw - nothing changed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(amount &gt; source.balance())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throw InsufficientFundsError(amount, source.balance());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Nothing below can throw: commit.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source.debit(amount);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target.credit(amount);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"If a constructor throws, its destructor cleans up."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object never existed, so its destructor never runs. Only fully constructed members and bases are destroyed - which is why members should manage themselves.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"catch (std::exception&amp; e) first is fine because it catches everything."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also catches the specific types, so later, more specific handlers never run. Order handlers from most specific to most general.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"throw e; and throw; are the same."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throw e; throws a copy as the caught type, slicing derived exceptions. throw; rethrows the original object.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"Exception safety means wrapping everything in try/catch."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exception safety comes from RAII and ordering operations correctly; try/catch is for handling, not clean-up.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31-exceptions-in-class-design/exercises/exercise1.cpp - a school library with a LibraryError hierarchy (including a data-carrying LoanLimitError), a validating Member constructor, and borrowMany() with the strong guarantee. Project (three tracks): Generic - course enrolment; EE - load switching with an OvercurrentError carrying measured current; Biomedical - medication orders with DoseLimitError and AllergyConflictError. Each adds a hierarchy, a strong-guarantee batch operation, translated CSV loading with line numbers, a log-and-rethrow layer, a noexcept-safe destructor, and guarantee comments on every public method.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classes are now robust. Next module brings templates back - combining them with classes, inheritance and C++20 concepts to build reusable, generic components.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31: Exceptions in Class Design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