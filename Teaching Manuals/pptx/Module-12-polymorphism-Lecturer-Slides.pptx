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 — Polymorphism &amp; Virtual Functions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46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Intermediate C++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&amp; Virtual Functions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C++ Programming — Part 2: Intermediate C++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Slide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object slicing and reproduce it deliberately.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virtual to enable dynamic dispatch through a base pointer/reference.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override to catch mismatched override signatures at compile time.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correctly iterate over a vector of base-class pointers holding mixed derived types.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a polymorphic base class needs a virtual destructor.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point of inheritance, paid off: one loop, many types, all handled correctly.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slicing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Copying a derived object into a base-typed variable/parameter, losing everything the derived class added.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qualifier on a base class method telling the compiler to dispatch calls based on the object's actual type at runtime, not the pointer/reference's declared type.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dispatch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Deciding which override of a method to run at runtime, based on the real object type.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override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keyword confirming a method is intended to override a virtual base method - a compile-time safety check, not what enables polymorphism itself.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destructor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destructor marked virtual so deleting a derived object through a base pointer cleans up the whole object correctly.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Abstract class / pure virtual 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class with a `= 0` method, making it impossible to instantiate directly - only its derived classes can be created.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slicing — 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printIt(Component c)  &lt;-  PASS BY VALUE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Component part of a Resistor gets copied in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Resistor-ness is silently lost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— the fix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the base method virtual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Pass/store by POINTER or REFERENCE, not by value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the ACTUAL object type's version runs — dynamic dispatch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— a safety net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a method really overrides a virtual base method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typos/mismatched signatures at compile time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itself enable polymorphism — virtual does that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payoff: a polymorphic collection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std::vector&lt;Component*&gt; circuit;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loop: for (Component* c : circuit) c-&gt;describe();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for every current AND future derived type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virtual destructor on the base class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one loop, three component types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4937760"/>
          </a:xfrm>
          <a:prstGeom prst="rect">
            <a:avLst>
              <a:gd name="adj" fmla="val 1481"/>
            </a:avLst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std::vector&lt;Component*&gt; circuit;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circuit.push_back(new Resistor(220.0));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circuit.push_back(new Capacitor(0.000001));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circuit.push_back(new Inductor(0.05));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(Component* c : circuit)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c-&gt;describe();   // correct version, every time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(Component* c : circuit) delete c;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"Adding virtual to a method is enough, regardless of how the object is passed around."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only helps once you're working through a pointer or reference - passing by value still slices, virtual or not, because the copy has already lost the derived part.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"override makes a method virtual."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override only checks that a method correctly matches an EXISTING virtual method in the base class - virtual itself must still be declared on the base.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 vector&lt;Component*&gt; holding different derived types is somehow unusual or advanced."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Reframe: this is the single most common reason polymorphism exists at all - handling a mixed collection uniformly is the everyday use case, not an edge case.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Module's Project — Pick a Track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12-polymorphism/exercises/exercise1.cpp - an Animal/Dog/Cat polymorphic vector. Project (three tracks): Generic - Shape collection with total area; EE - Circuit Impedance Calculator (a vector&lt;Component*&gt; summing impedance at a frequency); Biomedical - Unified Patient Monitor (a vector&lt;MedicalDevice*&gt; printing one dashboard).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components/devices/shapes can now be handled uniformly - but they still can't be added together or compared with natural syntax like numbers can. Next module fixes that with operator overloading.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Introduction to C++ Programming — Part 2: Intermediate C++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12: Polymorphism &amp; Virtual Functions</dc:title>
  <dc:subject>PptxGenJS Presentation</dc:subject>
  <dc:creator>Douglas Ayitey</dc:creator>
  <cp:lastModifiedBy>Douglas Ayitey</cp:lastModifiedBy>
  <cp:revision>1</cp:revision>
  <dcterms:created xsi:type="dcterms:W3CDTF">2026-09-16T22:35:29Z</dcterms:created>
  <dcterms:modified xsi:type="dcterms:W3CDTF">2026-09-16T22:35:29Z</dcterms:modified>
</cp:coreProperties>
</file>