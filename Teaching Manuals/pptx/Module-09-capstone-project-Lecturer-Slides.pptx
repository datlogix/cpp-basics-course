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Capstone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Student Records &amp; Grading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two collaborating classes (Student, Classroom) from a written specification.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 major concept from Modules 1–8 in a single cohesive program.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staged, incremental development with a meaningful git commit at each stage.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not-found case gracefully (a search that may fail) rather than assuming success.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explain a completed program confidently, including justifying design choices.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so far, combined into one real program on your GitHub profile.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 program in small, working, separately-committed stages rather than all at once.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(brief, practical introduction)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variable holding the memory address of another variable; used here only to represent 'found this student, or found nothing' via nullptr.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special pointer value meaning 'points to nothing' — used to represent a failed search.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student records app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a name and a list of scores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Classroom: many students, and class-wide questions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committed in three stages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variables, const -&gt; scores and grades (2-3)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switch / loops -&gt; the menu (4)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vector, struct-style grouping -&gt; the data (5)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references, classes -&gt; the design (6-8)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stages, three commits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the Student class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Classroom + a working menu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polish - pick at least two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after EVERY stage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done when...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compiles and runs without crashing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gets a clear message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protects every rule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commits are on GitHub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the menu loop at the heart of the 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choice = -1;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(choice !=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"1. Add student  2. Add score  3. Reports  0. Exit\n";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std::cin &gt;&gt; choice;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(choice)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1: /* classroom.addStudent(name); */ break;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2: /* find the student, addScore(score); */ break;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3: classroom.printAllReports(); break;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0: std::cout &lt;&lt; "Goodbye!" &lt;&lt; std::endl; break;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default: std::cout &lt;&lt; "Invalid choice."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should build the whole thing in one sitting, then commit once at the end."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require the three separate commits — this is as much a habit-reinforcement exercise (from Module 0) as a coding 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"findStudent returning nullptr means something went wrong / crashed."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nullptr here is an expected, valid, and meaningful result — 'not found' — not an error state; the caller is responsible for checking it before use.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"Since we haven't formally covered pointers, I shouldn't need to touch Student*."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Reassure directly: this is one narrow, practical pattern, provided in the starter file — full pointer mechanics are explicitly named as a 'next step beyond this course,' not an expectation here.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Is the Assignment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itself IS the assignment — no separate exercises. See 09-capstone-project/README.md for the full three-stage specification and 09-capstone-project/starter.cpp for the scaffolded skeleton.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now has a real, multi-stage project on their own GitHub. Part 2 picks up exactly where this leaves off: pointers and memory, inheritance, polymorphism, files, exceptions and the standard library.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9: Capstone Project — Student Records &amp; Grading System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